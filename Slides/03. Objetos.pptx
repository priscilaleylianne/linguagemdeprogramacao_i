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9"/>
  </p:notesMasterIdLst>
  <p:sldIdLst>
    <p:sldId id="348" r:id="rId2"/>
    <p:sldId id="324" r:id="rId3"/>
    <p:sldId id="323" r:id="rId4"/>
    <p:sldId id="330" r:id="rId5"/>
    <p:sldId id="351" r:id="rId6"/>
    <p:sldId id="338" r:id="rId7"/>
    <p:sldId id="340" r:id="rId8"/>
    <p:sldId id="341" r:id="rId9"/>
    <p:sldId id="342" r:id="rId10"/>
    <p:sldId id="345" r:id="rId11"/>
    <p:sldId id="343" r:id="rId12"/>
    <p:sldId id="352" r:id="rId13"/>
    <p:sldId id="354" r:id="rId14"/>
    <p:sldId id="344" r:id="rId15"/>
    <p:sldId id="357" r:id="rId16"/>
    <p:sldId id="358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B14D6-626A-4F82-A235-39AC74DC5AFF}" v="8" dt="2022-08-23T13:38:53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041" autoAdjust="0"/>
    <p:restoredTop sz="93760" autoAdjust="0"/>
  </p:normalViewPr>
  <p:slideViewPr>
    <p:cSldViewPr snapToGrid="0">
      <p:cViewPr varScale="1">
        <p:scale>
          <a:sx n="64" d="100"/>
          <a:sy n="64" d="100"/>
        </p:scale>
        <p:origin x="-978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11569938-4AE7-A047-ABF7-34D056917DA1}"/>
    <pc:docChg chg="undo redo custSel addSld delSld modSld">
      <pc:chgData name="Judson Santiago" userId="ebb108da2f256286" providerId="LiveId" clId="{11569938-4AE7-A047-ABF7-34D056917DA1}" dt="2022-08-22T23:10:58.916" v="1763" actId="14826"/>
      <pc:docMkLst>
        <pc:docMk/>
      </pc:docMkLst>
      <pc:sldChg chg="addSp delSp modSp mod">
        <pc:chgData name="Judson Santiago" userId="ebb108da2f256286" providerId="LiveId" clId="{11569938-4AE7-A047-ABF7-34D056917DA1}" dt="2022-08-17T17:58:03.588" v="1760" actId="20577"/>
        <pc:sldMkLst>
          <pc:docMk/>
          <pc:sldMk cId="0" sldId="289"/>
        </pc:sldMkLst>
        <pc:spChg chg="mod">
          <ac:chgData name="Judson Santiago" userId="ebb108da2f256286" providerId="LiveId" clId="{11569938-4AE7-A047-ABF7-34D056917DA1}" dt="2022-08-17T17:58:03.588" v="1760" actId="20577"/>
          <ac:spMkLst>
            <pc:docMk/>
            <pc:sldMk cId="0" sldId="289"/>
            <ac:spMk id="3" creationId="{00000000-0000-0000-0000-000000000000}"/>
          </ac:spMkLst>
        </pc:spChg>
        <pc:spChg chg="del mod">
          <ac:chgData name="Judson Santiago" userId="ebb108da2f256286" providerId="LiveId" clId="{11569938-4AE7-A047-ABF7-34D056917DA1}" dt="2022-08-17T17:44:09.419" v="1377" actId="478"/>
          <ac:spMkLst>
            <pc:docMk/>
            <pc:sldMk cId="0" sldId="289"/>
            <ac:spMk id="5" creationId="{DD1D7B08-2276-A263-865B-36E90990883B}"/>
          </ac:spMkLst>
        </pc:spChg>
        <pc:spChg chg="mod">
          <ac:chgData name="Judson Santiago" userId="ebb108da2f256286" providerId="LiveId" clId="{11569938-4AE7-A047-ABF7-34D056917DA1}" dt="2022-08-17T17:44:36.520" v="1389" actId="1036"/>
          <ac:spMkLst>
            <pc:docMk/>
            <pc:sldMk cId="0" sldId="289"/>
            <ac:spMk id="6" creationId="{33BB7E03-AA6C-D8EC-9F45-0E7E7229100B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7" creationId="{916B1F18-4DC4-06C1-E9AC-1796EEC89CEC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8" creationId="{50CF08DC-A748-84E1-E7BB-9F1676E2CD84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9" creationId="{A9DFB272-870A-5A87-043A-D90E6214A98E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10" creationId="{C7E84BC1-C63D-2ACF-E14E-19F27D8B15EF}"/>
          </ac:spMkLst>
        </pc:spChg>
        <pc:spChg chg="mod">
          <ac:chgData name="Judson Santiago" userId="ebb108da2f256286" providerId="LiveId" clId="{11569938-4AE7-A047-ABF7-34D056917DA1}" dt="2022-08-17T17:44:50.612" v="1390" actId="108"/>
          <ac:spMkLst>
            <pc:docMk/>
            <pc:sldMk cId="0" sldId="289"/>
            <ac:spMk id="11" creationId="{3F0AD916-1B82-4711-2A15-3C569E344C85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12" creationId="{91972F60-C167-4416-DF04-07717631CC6D}"/>
          </ac:spMkLst>
        </pc:spChg>
        <pc:spChg chg="del mod">
          <ac:chgData name="Judson Santiago" userId="ebb108da2f256286" providerId="LiveId" clId="{11569938-4AE7-A047-ABF7-34D056917DA1}" dt="2022-08-17T17:44:09.419" v="1377" actId="478"/>
          <ac:spMkLst>
            <pc:docMk/>
            <pc:sldMk cId="0" sldId="289"/>
            <ac:spMk id="13" creationId="{E93D6EF9-6030-6534-1DB3-E239C6006BA6}"/>
          </ac:spMkLst>
        </pc:spChg>
        <pc:spChg chg="del mod">
          <ac:chgData name="Judson Santiago" userId="ebb108da2f256286" providerId="LiveId" clId="{11569938-4AE7-A047-ABF7-34D056917DA1}" dt="2022-08-17T17:44:14.078" v="1380" actId="478"/>
          <ac:spMkLst>
            <pc:docMk/>
            <pc:sldMk cId="0" sldId="289"/>
            <ac:spMk id="14" creationId="{70E1CAD9-E464-039F-9F6D-F6F881CB2CAB}"/>
          </ac:spMkLst>
        </pc:spChg>
        <pc:spChg chg="del mod">
          <ac:chgData name="Judson Santiago" userId="ebb108da2f256286" providerId="LiveId" clId="{11569938-4AE7-A047-ABF7-34D056917DA1}" dt="2022-08-17T17:44:12.386" v="1379" actId="478"/>
          <ac:spMkLst>
            <pc:docMk/>
            <pc:sldMk cId="0" sldId="289"/>
            <ac:spMk id="15" creationId="{3F067583-CB9A-146C-4743-79ED80D60F63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16" creationId="{DCC0F366-8C7B-3C81-FE77-791E859C13B4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17" creationId="{A74B8704-5E2C-4923-B826-90A9651C6731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18" creationId="{C5457378-58B5-01C1-8B43-538DC750DD99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19" creationId="{C8793150-82AA-7B17-36E5-FE76F715E1EB}"/>
          </ac:spMkLst>
        </pc:spChg>
        <pc:spChg chg="mod">
          <ac:chgData name="Judson Santiago" userId="ebb108da2f256286" providerId="LiveId" clId="{11569938-4AE7-A047-ABF7-34D056917DA1}" dt="2022-08-17T17:44:26.458" v="1384" actId="403"/>
          <ac:spMkLst>
            <pc:docMk/>
            <pc:sldMk cId="0" sldId="289"/>
            <ac:spMk id="20" creationId="{24C6CF91-0994-93B0-70E0-EB43F492A0D5}"/>
          </ac:spMkLst>
        </pc:spChg>
        <pc:spChg chg="del mod">
          <ac:chgData name="Judson Santiago" userId="ebb108da2f256286" providerId="LiveId" clId="{11569938-4AE7-A047-ABF7-34D056917DA1}" dt="2022-08-17T17:44:09.419" v="1377" actId="478"/>
          <ac:spMkLst>
            <pc:docMk/>
            <pc:sldMk cId="0" sldId="289"/>
            <ac:spMk id="21" creationId="{96A1C0F4-D3D6-C018-5BED-830A83BEE426}"/>
          </ac:spMkLst>
        </pc:spChg>
        <pc:spChg chg="del mod">
          <ac:chgData name="Judson Santiago" userId="ebb108da2f256286" providerId="LiveId" clId="{11569938-4AE7-A047-ABF7-34D056917DA1}" dt="2022-08-17T17:44:01.944" v="1376" actId="478"/>
          <ac:spMkLst>
            <pc:docMk/>
            <pc:sldMk cId="0" sldId="289"/>
            <ac:spMk id="22" creationId="{3DE21050-8FF8-5D3A-325A-73803D3E421D}"/>
          </ac:spMkLst>
        </pc:spChg>
        <pc:spChg chg="mod">
          <ac:chgData name="Judson Santiago" userId="ebb108da2f256286" providerId="LiveId" clId="{11569938-4AE7-A047-ABF7-34D056917DA1}" dt="2022-08-17T17:48:42.172" v="1453" actId="1076"/>
          <ac:spMkLst>
            <pc:docMk/>
            <pc:sldMk cId="0" sldId="289"/>
            <ac:spMk id="24" creationId="{31BB5FE4-9993-BA37-ABB1-269B46666AF0}"/>
          </ac:spMkLst>
        </pc:spChg>
        <pc:spChg chg="mod">
          <ac:chgData name="Judson Santiago" userId="ebb108da2f256286" providerId="LiveId" clId="{11569938-4AE7-A047-ABF7-34D056917DA1}" dt="2022-08-17T17:49:09.221" v="1491" actId="1076"/>
          <ac:spMkLst>
            <pc:docMk/>
            <pc:sldMk cId="0" sldId="289"/>
            <ac:spMk id="25" creationId="{FC60AA52-9FB7-437A-B7AD-CA47B00B4385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26" creationId="{9D834FF8-EDEB-8C7B-E06C-DF3A00C73A7C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27" creationId="{0F2837CB-B065-56CF-AB2A-675AE925AF25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28" creationId="{5BD69452-72AC-20C3-97DE-A03D002AA608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29" creationId="{52CCC5E9-60E1-9FC4-2886-CADEEED7A218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0" creationId="{554A3739-A716-44A8-E7C0-4E6A19206BBA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1" creationId="{97354DD1-4A18-478C-9F86-8BFF94CE6DF3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2" creationId="{226E6173-25F9-6179-2186-AA8225EA338E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3" creationId="{E4A5B84C-2C59-A8FB-67AA-93694AC92CFA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4" creationId="{BEDE40E6-2AF6-9C56-C5FF-058D0B3E2D4F}"/>
          </ac:spMkLst>
        </pc:spChg>
        <pc:spChg chg="del mod">
          <ac:chgData name="Judson Santiago" userId="ebb108da2f256286" providerId="LiveId" clId="{11569938-4AE7-A047-ABF7-34D056917DA1}" dt="2022-08-17T17:48:22.821" v="1424" actId="478"/>
          <ac:spMkLst>
            <pc:docMk/>
            <pc:sldMk cId="0" sldId="289"/>
            <ac:spMk id="35" creationId="{C76F9869-805E-FA9B-61C8-50652F72CC38}"/>
          </ac:spMkLst>
        </pc:spChg>
        <pc:spChg chg="del mod">
          <ac:chgData name="Judson Santiago" userId="ebb108da2f256286" providerId="LiveId" clId="{11569938-4AE7-A047-ABF7-34D056917DA1}" dt="2022-08-17T17:48:22.821" v="1424" actId="478"/>
          <ac:spMkLst>
            <pc:docMk/>
            <pc:sldMk cId="0" sldId="289"/>
            <ac:spMk id="36" creationId="{D5988EC8-C66C-3B74-D48B-47F5C442E078}"/>
          </ac:spMkLst>
        </pc:spChg>
        <pc:spChg chg="del mod">
          <ac:chgData name="Judson Santiago" userId="ebb108da2f256286" providerId="LiveId" clId="{11569938-4AE7-A047-ABF7-34D056917DA1}" dt="2022-08-17T17:48:22.821" v="1424" actId="478"/>
          <ac:spMkLst>
            <pc:docMk/>
            <pc:sldMk cId="0" sldId="289"/>
            <ac:spMk id="37" creationId="{BEA3520A-8834-F719-FA00-D7EBAF9B6F80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8" creationId="{586DFCAF-866D-FD07-1897-A61704F58657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39" creationId="{637200C7-AA06-B9DF-7762-81337CC19EBB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0" creationId="{09ECF43B-834F-9B43-251C-F7E598C85980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1" creationId="{00AE96A7-091E-419D-4903-0E29B52963B8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2" creationId="{2B65687C-B69B-38A0-BC59-B39A06EF7668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3" creationId="{8BC9CA46-24B6-9F51-32C7-BFEE4AD54664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4" creationId="{C5658A8F-7FA4-DF2E-D766-61AD31A9E1F3}"/>
          </ac:spMkLst>
        </pc:spChg>
        <pc:spChg chg="del mod">
          <ac:chgData name="Judson Santiago" userId="ebb108da2f256286" providerId="LiveId" clId="{11569938-4AE7-A047-ABF7-34D056917DA1}" dt="2022-08-17T17:48:22.821" v="1424" actId="478"/>
          <ac:spMkLst>
            <pc:docMk/>
            <pc:sldMk cId="0" sldId="289"/>
            <ac:spMk id="45" creationId="{5CAE78B5-CE37-3C84-5095-97C12AAECFC5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6" creationId="{6B3A3013-6B0E-F3DC-9B77-459C6C502C15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7" creationId="{57B98CA8-0DF7-057B-E03A-C0DB371332FA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8" creationId="{AC42AA6A-EF20-D990-625E-1ACB43145C70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49" creationId="{9DF64F33-B217-3DC3-BD7F-343A6746B14C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50" creationId="{9DDF7062-4AB2-A6C8-D150-56B9849BF6EC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51" creationId="{66944804-C91B-7B33-FE58-08E23F85A6DF}"/>
          </ac:spMkLst>
        </pc:spChg>
        <pc:spChg chg="mod">
          <ac:chgData name="Judson Santiago" userId="ebb108da2f256286" providerId="LiveId" clId="{11569938-4AE7-A047-ABF7-34D056917DA1}" dt="2022-08-17T17:47:34.879" v="1419"/>
          <ac:spMkLst>
            <pc:docMk/>
            <pc:sldMk cId="0" sldId="289"/>
            <ac:spMk id="52" creationId="{BCD8A8D8-4452-3C85-E42A-25415ECAADEC}"/>
          </ac:spMkLst>
        </pc:spChg>
        <pc:spChg chg="del mod">
          <ac:chgData name="Judson Santiago" userId="ebb108da2f256286" providerId="LiveId" clId="{11569938-4AE7-A047-ABF7-34D056917DA1}" dt="2022-08-17T17:48:50.418" v="1454" actId="478"/>
          <ac:spMkLst>
            <pc:docMk/>
            <pc:sldMk cId="0" sldId="289"/>
            <ac:spMk id="53" creationId="{8DC2A562-C761-D2DF-79F1-30A3F75E4D54}"/>
          </ac:spMkLst>
        </pc:spChg>
        <pc:spChg chg="del mod">
          <ac:chgData name="Judson Santiago" userId="ebb108da2f256286" providerId="LiveId" clId="{11569938-4AE7-A047-ABF7-34D056917DA1}" dt="2022-08-17T17:48:50.418" v="1454" actId="478"/>
          <ac:spMkLst>
            <pc:docMk/>
            <pc:sldMk cId="0" sldId="289"/>
            <ac:spMk id="54" creationId="{DA3D034D-5D38-E4E8-67DD-81FB9C1835E1}"/>
          </ac:spMkLst>
        </pc:spChg>
        <pc:spChg chg="del mod">
          <ac:chgData name="Judson Santiago" userId="ebb108da2f256286" providerId="LiveId" clId="{11569938-4AE7-A047-ABF7-34D056917DA1}" dt="2022-08-17T17:48:50.418" v="1454" actId="478"/>
          <ac:spMkLst>
            <pc:docMk/>
            <pc:sldMk cId="0" sldId="289"/>
            <ac:spMk id="55" creationId="{D5AE83DB-CB65-65EE-0907-6C0333C34B31}"/>
          </ac:spMkLst>
        </pc:spChg>
        <pc:spChg chg="del mod">
          <ac:chgData name="Judson Santiago" userId="ebb108da2f256286" providerId="LiveId" clId="{11569938-4AE7-A047-ABF7-34D056917DA1}" dt="2022-08-17T17:48:50.418" v="1454" actId="478"/>
          <ac:spMkLst>
            <pc:docMk/>
            <pc:sldMk cId="0" sldId="289"/>
            <ac:spMk id="56" creationId="{324E3D60-E71C-C228-618F-489ECDA8F699}"/>
          </ac:spMkLst>
        </pc:spChg>
        <pc:spChg chg="mod">
          <ac:chgData name="Judson Santiago" userId="ebb108da2f256286" providerId="LiveId" clId="{11569938-4AE7-A047-ABF7-34D056917DA1}" dt="2022-08-17T17:48:30.990" v="1425" actId="14100"/>
          <ac:spMkLst>
            <pc:docMk/>
            <pc:sldMk cId="0" sldId="289"/>
            <ac:spMk id="57" creationId="{71B30553-B5C8-3F6E-9FA1-D38B3E9CAF58}"/>
          </ac:spMkLst>
        </pc:spChg>
        <pc:spChg chg="mod">
          <ac:chgData name="Judson Santiago" userId="ebb108da2f256286" providerId="LiveId" clId="{11569938-4AE7-A047-ABF7-34D056917DA1}" dt="2022-08-17T17:48:55.973" v="1455" actId="14100"/>
          <ac:spMkLst>
            <pc:docMk/>
            <pc:sldMk cId="0" sldId="289"/>
            <ac:spMk id="58" creationId="{F6BA0844-253E-72C9-02E7-58AE97B28E7D}"/>
          </ac:spMkLst>
        </pc:spChg>
        <pc:grpChg chg="add del mod">
          <ac:chgData name="Judson Santiago" userId="ebb108da2f256286" providerId="LiveId" clId="{11569938-4AE7-A047-ABF7-34D056917DA1}" dt="2022-08-17T17:47:34.400" v="1418" actId="478"/>
          <ac:grpSpMkLst>
            <pc:docMk/>
            <pc:sldMk cId="0" sldId="289"/>
            <ac:grpSpMk id="4" creationId="{49A8AF52-16F6-AFE7-4AEA-2B3DA72ECE06}"/>
          </ac:grpSpMkLst>
        </pc:grpChg>
        <pc:grpChg chg="add mod">
          <ac:chgData name="Judson Santiago" userId="ebb108da2f256286" providerId="LiveId" clId="{11569938-4AE7-A047-ABF7-34D056917DA1}" dt="2022-08-17T17:54:30.111" v="1691" actId="1035"/>
          <ac:grpSpMkLst>
            <pc:docMk/>
            <pc:sldMk cId="0" sldId="289"/>
            <ac:grpSpMk id="23" creationId="{97A3B61D-CF2F-7548-31AF-7F5ED14F7D58}"/>
          </ac:grpSpMkLst>
        </pc:grpChg>
      </pc:sldChg>
      <pc:sldChg chg="del">
        <pc:chgData name="Judson Santiago" userId="ebb108da2f256286" providerId="LiveId" clId="{11569938-4AE7-A047-ABF7-34D056917DA1}" dt="2022-08-17T17:40:36.886" v="1344" actId="2696"/>
        <pc:sldMkLst>
          <pc:docMk/>
          <pc:sldMk cId="2749748510" sldId="329"/>
        </pc:sldMkLst>
      </pc:sldChg>
      <pc:sldChg chg="addSp delSp modSp mod">
        <pc:chgData name="Judson Santiago" userId="ebb108da2f256286" providerId="LiveId" clId="{11569938-4AE7-A047-ABF7-34D056917DA1}" dt="2022-08-17T17:24:13.864" v="881" actId="207"/>
        <pc:sldMkLst>
          <pc:docMk/>
          <pc:sldMk cId="3373957252" sldId="330"/>
        </pc:sldMkLst>
        <pc:spChg chg="mod">
          <ac:chgData name="Judson Santiago" userId="ebb108da2f256286" providerId="LiveId" clId="{11569938-4AE7-A047-ABF7-34D056917DA1}" dt="2022-08-17T17:24:13.864" v="881" actId="207"/>
          <ac:spMkLst>
            <pc:docMk/>
            <pc:sldMk cId="3373957252" sldId="330"/>
            <ac:spMk id="4" creationId="{1240B8A3-8EB6-4984-B2D0-B759FC22C1FF}"/>
          </ac:spMkLst>
        </pc:spChg>
        <pc:spChg chg="mod">
          <ac:chgData name="Judson Santiago" userId="ebb108da2f256286" providerId="LiveId" clId="{11569938-4AE7-A047-ABF7-34D056917DA1}" dt="2022-08-17T13:59:52.247" v="428"/>
          <ac:spMkLst>
            <pc:docMk/>
            <pc:sldMk cId="3373957252" sldId="330"/>
            <ac:spMk id="14" creationId="{71148C7F-17BB-1889-4026-BF3909DA56B6}"/>
          </ac:spMkLst>
        </pc:spChg>
        <pc:spChg chg="mod">
          <ac:chgData name="Judson Santiago" userId="ebb108da2f256286" providerId="LiveId" clId="{11569938-4AE7-A047-ABF7-34D056917DA1}" dt="2022-08-17T13:59:52.247" v="428"/>
          <ac:spMkLst>
            <pc:docMk/>
            <pc:sldMk cId="3373957252" sldId="330"/>
            <ac:spMk id="27" creationId="{672B3C79-ECDE-0646-851A-7FA6B767A0EA}"/>
          </ac:spMkLst>
        </pc:spChg>
        <pc:spChg chg="mod">
          <ac:chgData name="Judson Santiago" userId="ebb108da2f256286" providerId="LiveId" clId="{11569938-4AE7-A047-ABF7-34D056917DA1}" dt="2022-08-17T14:32:46.773" v="677" actId="207"/>
          <ac:spMkLst>
            <pc:docMk/>
            <pc:sldMk cId="3373957252" sldId="330"/>
            <ac:spMk id="48" creationId="{FF3118CA-C5CE-E335-0841-2FBAD7FCB9E1}"/>
          </ac:spMkLst>
        </pc:spChg>
        <pc:spChg chg="mod">
          <ac:chgData name="Judson Santiago" userId="ebb108da2f256286" providerId="LiveId" clId="{11569938-4AE7-A047-ABF7-34D056917DA1}" dt="2022-08-17T14:23:07.526" v="630" actId="208"/>
          <ac:spMkLst>
            <pc:docMk/>
            <pc:sldMk cId="3373957252" sldId="330"/>
            <ac:spMk id="49" creationId="{295A47AB-C483-F658-4F7A-F21D573E5DCB}"/>
          </ac:spMkLst>
        </pc:spChg>
        <pc:grpChg chg="add del mod">
          <ac:chgData name="Judson Santiago" userId="ebb108da2f256286" providerId="LiveId" clId="{11569938-4AE7-A047-ABF7-34D056917DA1}" dt="2022-08-17T14:17:33.706" v="621" actId="478"/>
          <ac:grpSpMkLst>
            <pc:docMk/>
            <pc:sldMk cId="3373957252" sldId="330"/>
            <ac:grpSpMk id="12" creationId="{990886AC-5AD0-E8EB-F973-0C7C2E942AFD}"/>
          </ac:grpSpMkLst>
        </pc:grpChg>
        <pc:grpChg chg="add del mod">
          <ac:chgData name="Judson Santiago" userId="ebb108da2f256286" providerId="LiveId" clId="{11569938-4AE7-A047-ABF7-34D056917DA1}" dt="2022-08-17T17:23:58.490" v="874" actId="478"/>
          <ac:grpSpMkLst>
            <pc:docMk/>
            <pc:sldMk cId="3373957252" sldId="330"/>
            <ac:grpSpMk id="47" creationId="{207C7E09-4436-ECAC-F32A-30B9748440CF}"/>
          </ac:grpSpMkLst>
        </pc:grpChg>
        <pc:picChg chg="mod">
          <ac:chgData name="Judson Santiago" userId="ebb108da2f256286" providerId="LiveId" clId="{11569938-4AE7-A047-ABF7-34D056917DA1}" dt="2022-08-17T13:59:52.247" v="428"/>
          <ac:picMkLst>
            <pc:docMk/>
            <pc:sldMk cId="3373957252" sldId="330"/>
            <ac:picMk id="46" creationId="{444B6810-4A8C-FA8E-4A77-4F2A960C2DF6}"/>
          </ac:picMkLst>
        </pc:picChg>
        <pc:picChg chg="mod">
          <ac:chgData name="Judson Santiago" userId="ebb108da2f256286" providerId="LiveId" clId="{11569938-4AE7-A047-ABF7-34D056917DA1}" dt="2022-08-17T14:23:06.161" v="629" actId="207"/>
          <ac:picMkLst>
            <pc:docMk/>
            <pc:sldMk cId="3373957252" sldId="330"/>
            <ac:picMk id="50" creationId="{CAF17CE1-C67C-31E5-C192-F52CEB23A24F}"/>
          </ac:picMkLst>
        </pc:picChg>
      </pc:sldChg>
      <pc:sldChg chg="addSp delSp modSp mod">
        <pc:chgData name="Judson Santiago" userId="ebb108da2f256286" providerId="LiveId" clId="{11569938-4AE7-A047-ABF7-34D056917DA1}" dt="2022-08-17T17:24:56.543" v="897" actId="207"/>
        <pc:sldMkLst>
          <pc:docMk/>
          <pc:sldMk cId="3868093180" sldId="338"/>
        </pc:sldMkLst>
        <pc:spChg chg="mod">
          <ac:chgData name="Judson Santiago" userId="ebb108da2f256286" providerId="LiveId" clId="{11569938-4AE7-A047-ABF7-34D056917DA1}" dt="2022-08-17T17:24:56.543" v="897" actId="207"/>
          <ac:spMkLst>
            <pc:docMk/>
            <pc:sldMk cId="3868093180" sldId="338"/>
            <ac:spMk id="4" creationId="{BC05E2D4-7835-4110-6A8C-1529C8AC3365}"/>
          </ac:spMkLst>
        </pc:spChg>
        <pc:spChg chg="mod">
          <ac:chgData name="Judson Santiago" userId="ebb108da2f256286" providerId="LiveId" clId="{11569938-4AE7-A047-ABF7-34D056917DA1}" dt="2022-08-17T14:40:45.375" v="871" actId="1038"/>
          <ac:spMkLst>
            <pc:docMk/>
            <pc:sldMk cId="3868093180" sldId="338"/>
            <ac:spMk id="6" creationId="{BB0CDE9B-D102-1D5E-13D7-C3280181645F}"/>
          </ac:spMkLst>
        </pc:spChg>
        <pc:spChg chg="mod">
          <ac:chgData name="Judson Santiago" userId="ebb108da2f256286" providerId="LiveId" clId="{11569938-4AE7-A047-ABF7-34D056917DA1}" dt="2022-08-17T14:40:50.176" v="872" actId="14100"/>
          <ac:spMkLst>
            <pc:docMk/>
            <pc:sldMk cId="3868093180" sldId="338"/>
            <ac:spMk id="7" creationId="{B25538D8-A5BF-9951-E99F-8C037EF3582B}"/>
          </ac:spMkLst>
        </pc:spChg>
        <pc:spChg chg="mod">
          <ac:chgData name="Judson Santiago" userId="ebb108da2f256286" providerId="LiveId" clId="{11569938-4AE7-A047-ABF7-34D056917DA1}" dt="2022-08-17T14:40:54.642" v="873" actId="1076"/>
          <ac:spMkLst>
            <pc:docMk/>
            <pc:sldMk cId="3868093180" sldId="338"/>
            <ac:spMk id="8" creationId="{9EF2AAA0-CCB7-35AF-D9E2-F747962F741E}"/>
          </ac:spMkLst>
        </pc:spChg>
        <pc:spChg chg="mod">
          <ac:chgData name="Judson Santiago" userId="ebb108da2f256286" providerId="LiveId" clId="{11569938-4AE7-A047-ABF7-34D056917DA1}" dt="2022-08-17T14:07:23.057" v="467" actId="1036"/>
          <ac:spMkLst>
            <pc:docMk/>
            <pc:sldMk cId="3868093180" sldId="338"/>
            <ac:spMk id="12" creationId="{E1A3B32E-A0E3-7C43-58AF-FC65A875DC28}"/>
          </ac:spMkLst>
        </pc:spChg>
        <pc:spChg chg="mod">
          <ac:chgData name="Judson Santiago" userId="ebb108da2f256286" providerId="LiveId" clId="{11569938-4AE7-A047-ABF7-34D056917DA1}" dt="2022-08-17T14:07:15.629" v="466" actId="1582"/>
          <ac:spMkLst>
            <pc:docMk/>
            <pc:sldMk cId="3868093180" sldId="338"/>
            <ac:spMk id="13" creationId="{38BD4BF7-B6E9-1358-7ED6-B922B1B6FAE8}"/>
          </ac:spMkLst>
        </pc:spChg>
        <pc:spChg chg="mod">
          <ac:chgData name="Judson Santiago" userId="ebb108da2f256286" providerId="LiveId" clId="{11569938-4AE7-A047-ABF7-34D056917DA1}" dt="2022-08-17T14:33:10.035" v="679" actId="207"/>
          <ac:spMkLst>
            <pc:docMk/>
            <pc:sldMk cId="3868093180" sldId="338"/>
            <ac:spMk id="16" creationId="{3201FB5A-CCD4-DCB3-8B68-68F18AF60BEE}"/>
          </ac:spMkLst>
        </pc:spChg>
        <pc:spChg chg="mod">
          <ac:chgData name="Judson Santiago" userId="ebb108da2f256286" providerId="LiveId" clId="{11569938-4AE7-A047-ABF7-34D056917DA1}" dt="2022-08-17T14:39:00.940" v="856" actId="14100"/>
          <ac:spMkLst>
            <pc:docMk/>
            <pc:sldMk cId="3868093180" sldId="338"/>
            <ac:spMk id="17" creationId="{B66CD21A-35F1-8519-CDD6-E8244376D9BB}"/>
          </ac:spMkLst>
        </pc:spChg>
        <pc:grpChg chg="add del mod">
          <ac:chgData name="Judson Santiago" userId="ebb108da2f256286" providerId="LiveId" clId="{11569938-4AE7-A047-ABF7-34D056917DA1}" dt="2022-08-17T14:17:01.256" v="613" actId="478"/>
          <ac:grpSpMkLst>
            <pc:docMk/>
            <pc:sldMk cId="3868093180" sldId="338"/>
            <ac:grpSpMk id="9" creationId="{875EACAE-26D4-2C37-70D8-A14CD7C6F06C}"/>
          </ac:grpSpMkLst>
        </pc:grpChg>
        <pc:grpChg chg="add del mod">
          <ac:chgData name="Judson Santiago" userId="ebb108da2f256286" providerId="LiveId" clId="{11569938-4AE7-A047-ABF7-34D056917DA1}" dt="2022-08-17T17:24:50.320" v="893" actId="478"/>
          <ac:grpSpMkLst>
            <pc:docMk/>
            <pc:sldMk cId="3868093180" sldId="338"/>
            <ac:grpSpMk id="15" creationId="{D1423576-75CC-EBFC-9BBF-E27A77C6631A}"/>
          </ac:grpSpMkLst>
        </pc:grpChg>
        <pc:picChg chg="mod">
          <ac:chgData name="Judson Santiago" userId="ebb108da2f256286" providerId="LiveId" clId="{11569938-4AE7-A047-ABF7-34D056917DA1}" dt="2022-08-17T14:03:39.829" v="463" actId="1582"/>
          <ac:picMkLst>
            <pc:docMk/>
            <pc:sldMk cId="3868093180" sldId="338"/>
            <ac:picMk id="14" creationId="{982EC176-9714-A6AD-A465-AF9F7BF9A4DF}"/>
          </ac:picMkLst>
        </pc:picChg>
        <pc:picChg chg="mod">
          <ac:chgData name="Judson Santiago" userId="ebb108da2f256286" providerId="LiveId" clId="{11569938-4AE7-A047-ABF7-34D056917DA1}" dt="2022-08-17T14:39:20.386" v="858" actId="1037"/>
          <ac:picMkLst>
            <pc:docMk/>
            <pc:sldMk cId="3868093180" sldId="338"/>
            <ac:picMk id="18" creationId="{59FCFB4B-D701-0E3B-BE41-0EE9B0B588B9}"/>
          </ac:picMkLst>
        </pc:picChg>
      </pc:sldChg>
      <pc:sldChg chg="add">
        <pc:chgData name="Judson Santiago" userId="ebb108da2f256286" providerId="LiveId" clId="{11569938-4AE7-A047-ABF7-34D056917DA1}" dt="2022-08-22T22:49:24.442" v="1761"/>
        <pc:sldMkLst>
          <pc:docMk/>
          <pc:sldMk cId="941166413" sldId="344"/>
        </pc:sldMkLst>
      </pc:sldChg>
      <pc:sldChg chg="modSp mod">
        <pc:chgData name="Judson Santiago" userId="ebb108da2f256286" providerId="LiveId" clId="{11569938-4AE7-A047-ABF7-34D056917DA1}" dt="2022-08-17T17:25:43.120" v="903" actId="403"/>
        <pc:sldMkLst>
          <pc:docMk/>
          <pc:sldMk cId="2860306375" sldId="345"/>
        </pc:sldMkLst>
        <pc:spChg chg="mod">
          <ac:chgData name="Judson Santiago" userId="ebb108da2f256286" providerId="LiveId" clId="{11569938-4AE7-A047-ABF7-34D056917DA1}" dt="2022-08-17T17:25:43.120" v="903" actId="403"/>
          <ac:spMkLst>
            <pc:docMk/>
            <pc:sldMk cId="2860306375" sldId="345"/>
            <ac:spMk id="4" creationId="{5465B24F-AB42-21A8-CC61-43A6D0698A55}"/>
          </ac:spMkLst>
        </pc:spChg>
        <pc:spChg chg="mod">
          <ac:chgData name="Judson Santiago" userId="ebb108da2f256286" providerId="LiveId" clId="{11569938-4AE7-A047-ABF7-34D056917DA1}" dt="2022-08-17T17:25:29.309" v="902" actId="207"/>
          <ac:spMkLst>
            <pc:docMk/>
            <pc:sldMk cId="2860306375" sldId="345"/>
            <ac:spMk id="5" creationId="{D6C86F85-A2AD-6B80-61D9-3CCCCEFB5FD2}"/>
          </ac:spMkLst>
        </pc:spChg>
      </pc:sldChg>
      <pc:sldChg chg="del">
        <pc:chgData name="Judson Santiago" userId="ebb108da2f256286" providerId="LiveId" clId="{11569938-4AE7-A047-ABF7-34D056917DA1}" dt="2022-08-17T17:41:00.758" v="1346" actId="2696"/>
        <pc:sldMkLst>
          <pc:docMk/>
          <pc:sldMk cId="3679015613" sldId="346"/>
        </pc:sldMkLst>
      </pc:sldChg>
      <pc:sldChg chg="modSp add">
        <pc:chgData name="Judson Santiago" userId="ebb108da2f256286" providerId="LiveId" clId="{11569938-4AE7-A047-ABF7-34D056917DA1}" dt="2022-08-22T23:10:58.916" v="1763" actId="14826"/>
        <pc:sldMkLst>
          <pc:docMk/>
          <pc:sldMk cId="3828284894" sldId="347"/>
        </pc:sldMkLst>
        <pc:picChg chg="mod">
          <ac:chgData name="Judson Santiago" userId="ebb108da2f256286" providerId="LiveId" clId="{11569938-4AE7-A047-ABF7-34D056917DA1}" dt="2022-08-22T23:10:58.916" v="1763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del">
        <pc:chgData name="Judson Santiago" userId="ebb108da2f256286" providerId="LiveId" clId="{11569938-4AE7-A047-ABF7-34D056917DA1}" dt="2022-08-17T17:41:00.758" v="1346" actId="2696"/>
        <pc:sldMkLst>
          <pc:docMk/>
          <pc:sldMk cId="2441987371" sldId="350"/>
        </pc:sldMkLst>
      </pc:sldChg>
      <pc:sldChg chg="addSp delSp modSp mod">
        <pc:chgData name="Judson Santiago" userId="ebb108da2f256286" providerId="LiveId" clId="{11569938-4AE7-A047-ABF7-34D056917DA1}" dt="2022-08-17T17:24:46.822" v="892"/>
        <pc:sldMkLst>
          <pc:docMk/>
          <pc:sldMk cId="544320628" sldId="351"/>
        </pc:sldMkLst>
        <pc:spChg chg="mod">
          <ac:chgData name="Judson Santiago" userId="ebb108da2f256286" providerId="LiveId" clId="{11569938-4AE7-A047-ABF7-34D056917DA1}" dt="2022-08-17T17:24:38.393" v="889" actId="207"/>
          <ac:spMkLst>
            <pc:docMk/>
            <pc:sldMk cId="544320628" sldId="351"/>
            <ac:spMk id="4" creationId="{1240B8A3-8EB6-4984-B2D0-B759FC22C1FF}"/>
          </ac:spMkLst>
        </pc:spChg>
        <pc:spChg chg="mod">
          <ac:chgData name="Judson Santiago" userId="ebb108da2f256286" providerId="LiveId" clId="{11569938-4AE7-A047-ABF7-34D056917DA1}" dt="2022-08-17T14:33:02.169" v="678" actId="207"/>
          <ac:spMkLst>
            <pc:docMk/>
            <pc:sldMk cId="544320628" sldId="351"/>
            <ac:spMk id="11" creationId="{1F86EDF1-323E-D5E9-E010-1D03A68438CD}"/>
          </ac:spMkLst>
        </pc:spChg>
        <pc:spChg chg="mod">
          <ac:chgData name="Judson Santiago" userId="ebb108da2f256286" providerId="LiveId" clId="{11569938-4AE7-A047-ABF7-34D056917DA1}" dt="2022-08-17T14:14:13.546" v="612" actId="12789"/>
          <ac:spMkLst>
            <pc:docMk/>
            <pc:sldMk cId="544320628" sldId="351"/>
            <ac:spMk id="24" creationId="{EF53888D-E58B-265C-D477-7142F3404857}"/>
          </ac:spMkLst>
        </pc:spChg>
        <pc:spChg chg="add del mod">
          <ac:chgData name="Judson Santiago" userId="ebb108da2f256286" providerId="LiveId" clId="{11569938-4AE7-A047-ABF7-34D056917DA1}" dt="2022-08-17T17:24:46.822" v="892"/>
          <ac:spMkLst>
            <pc:docMk/>
            <pc:sldMk cId="544320628" sldId="351"/>
            <ac:spMk id="28" creationId="{5324D606-0440-D0B3-D73B-8BB2EFC6B043}"/>
          </ac:spMkLst>
        </pc:spChg>
        <pc:grpChg chg="add del mod">
          <ac:chgData name="Judson Santiago" userId="ebb108da2f256286" providerId="LiveId" clId="{11569938-4AE7-A047-ABF7-34D056917DA1}" dt="2022-08-17T17:24:30.722" v="882" actId="478"/>
          <ac:grpSpMkLst>
            <pc:docMk/>
            <pc:sldMk cId="544320628" sldId="351"/>
            <ac:grpSpMk id="10" creationId="{E8D65E8B-ABE3-5280-F946-56B97E896354}"/>
          </ac:grpSpMkLst>
        </pc:grpChg>
        <pc:picChg chg="mod">
          <ac:chgData name="Judson Santiago" userId="ebb108da2f256286" providerId="LiveId" clId="{11569938-4AE7-A047-ABF7-34D056917DA1}" dt="2022-08-17T14:14:13.546" v="612" actId="12789"/>
          <ac:picMkLst>
            <pc:docMk/>
            <pc:sldMk cId="544320628" sldId="351"/>
            <ac:picMk id="25" creationId="{6DE1B233-30C5-EC08-292E-4CAE8CFB77CA}"/>
          </ac:picMkLst>
        </pc:picChg>
      </pc:sldChg>
      <pc:sldChg chg="addSp delSp modSp mod">
        <pc:chgData name="Judson Santiago" userId="ebb108da2f256286" providerId="LiveId" clId="{11569938-4AE7-A047-ABF7-34D056917DA1}" dt="2022-08-17T17:26:53.591" v="919" actId="20577"/>
        <pc:sldMkLst>
          <pc:docMk/>
          <pc:sldMk cId="76437290" sldId="352"/>
        </pc:sldMkLst>
        <pc:spChg chg="mod">
          <ac:chgData name="Judson Santiago" userId="ebb108da2f256286" providerId="LiveId" clId="{11569938-4AE7-A047-ABF7-34D056917DA1}" dt="2022-08-17T14:33:29.937" v="680" actId="207"/>
          <ac:spMkLst>
            <pc:docMk/>
            <pc:sldMk cId="76437290" sldId="352"/>
            <ac:spMk id="5" creationId="{FE6CB94B-3EBB-B2C8-D5C2-9EA7167E4C90}"/>
          </ac:spMkLst>
        </pc:spChg>
        <pc:spChg chg="mod">
          <ac:chgData name="Judson Santiago" userId="ebb108da2f256286" providerId="LiveId" clId="{11569938-4AE7-A047-ABF7-34D056917DA1}" dt="2022-08-17T14:33:39.957" v="681" actId="208"/>
          <ac:spMkLst>
            <pc:docMk/>
            <pc:sldMk cId="76437290" sldId="352"/>
            <ac:spMk id="7" creationId="{D770D969-DF2A-C5F7-9FF2-ECED49605036}"/>
          </ac:spMkLst>
        </pc:spChg>
        <pc:spChg chg="mod">
          <ac:chgData name="Judson Santiago" userId="ebb108da2f256286" providerId="LiveId" clId="{11569938-4AE7-A047-ABF7-34D056917DA1}" dt="2022-08-17T17:26:53.591" v="919" actId="20577"/>
          <ac:spMkLst>
            <pc:docMk/>
            <pc:sldMk cId="76437290" sldId="352"/>
            <ac:spMk id="8" creationId="{A915222A-0707-C8DC-D7FE-4DB4937CEEB5}"/>
          </ac:spMkLst>
        </pc:spChg>
        <pc:grpChg chg="add del mod">
          <ac:chgData name="Judson Santiago" userId="ebb108da2f256286" providerId="LiveId" clId="{11569938-4AE7-A047-ABF7-34D056917DA1}" dt="2022-08-17T17:26:18.104" v="904" actId="478"/>
          <ac:grpSpMkLst>
            <pc:docMk/>
            <pc:sldMk cId="76437290" sldId="352"/>
            <ac:grpSpMk id="4" creationId="{E2072C29-D417-4663-F832-6DBEBA8D21E0}"/>
          </ac:grpSpMkLst>
        </pc:grpChg>
        <pc:picChg chg="mod">
          <ac:chgData name="Judson Santiago" userId="ebb108da2f256286" providerId="LiveId" clId="{11569938-4AE7-A047-ABF7-34D056917DA1}" dt="2022-08-17T14:33:46.975" v="682" actId="207"/>
          <ac:picMkLst>
            <pc:docMk/>
            <pc:sldMk cId="76437290" sldId="352"/>
            <ac:picMk id="10" creationId="{8A271AE4-0705-846F-2FDD-1764AB19E664}"/>
          </ac:picMkLst>
        </pc:picChg>
      </pc:sldChg>
      <pc:sldChg chg="addSp delSp modSp mod">
        <pc:chgData name="Judson Santiago" userId="ebb108da2f256286" providerId="LiveId" clId="{11569938-4AE7-A047-ABF7-34D056917DA1}" dt="2022-08-17T17:26:46.047" v="918" actId="207"/>
        <pc:sldMkLst>
          <pc:docMk/>
          <pc:sldMk cId="530169222" sldId="354"/>
        </pc:sldMkLst>
        <pc:spChg chg="mod">
          <ac:chgData name="Judson Santiago" userId="ebb108da2f256286" providerId="LiveId" clId="{11569938-4AE7-A047-ABF7-34D056917DA1}" dt="2022-08-17T13:29:43.201" v="160" actId="167"/>
          <ac:spMkLst>
            <pc:docMk/>
            <pc:sldMk cId="530169222" sldId="354"/>
            <ac:spMk id="3" creationId="{12E9E562-5028-0BF6-3F20-F64A232D3B35}"/>
          </ac:spMkLst>
        </pc:spChg>
        <pc:spChg chg="add del mod topLvl">
          <ac:chgData name="Judson Santiago" userId="ebb108da2f256286" providerId="LiveId" clId="{11569938-4AE7-A047-ABF7-34D056917DA1}" dt="2022-08-17T13:42:25.490" v="284" actId="478"/>
          <ac:spMkLst>
            <pc:docMk/>
            <pc:sldMk cId="530169222" sldId="354"/>
            <ac:spMk id="7" creationId="{330D06CA-0518-6AE1-084B-199436A65841}"/>
          </ac:spMkLst>
        </pc:spChg>
        <pc:spChg chg="mod topLvl">
          <ac:chgData name="Judson Santiago" userId="ebb108da2f256286" providerId="LiveId" clId="{11569938-4AE7-A047-ABF7-34D056917DA1}" dt="2022-08-17T17:26:46.047" v="918" actId="207"/>
          <ac:spMkLst>
            <pc:docMk/>
            <pc:sldMk cId="530169222" sldId="354"/>
            <ac:spMk id="8" creationId="{A915222A-0707-C8DC-D7FE-4DB4937CEEB5}"/>
          </ac:spMkLst>
        </pc:spChg>
        <pc:spChg chg="mod topLvl">
          <ac:chgData name="Judson Santiago" userId="ebb108da2f256286" providerId="LiveId" clId="{11569938-4AE7-A047-ABF7-34D056917DA1}" dt="2022-08-17T13:54:31.915" v="361" actId="167"/>
          <ac:spMkLst>
            <pc:docMk/>
            <pc:sldMk cId="530169222" sldId="354"/>
            <ac:spMk id="9" creationId="{2B98FD94-0BA8-F0BF-CA7E-F6D5866FF1CD}"/>
          </ac:spMkLst>
        </pc:spChg>
        <pc:spChg chg="add del mod topLvl">
          <ac:chgData name="Judson Santiago" userId="ebb108da2f256286" providerId="LiveId" clId="{11569938-4AE7-A047-ABF7-34D056917DA1}" dt="2022-08-17T13:34:46.183" v="225" actId="478"/>
          <ac:spMkLst>
            <pc:docMk/>
            <pc:sldMk cId="530169222" sldId="354"/>
            <ac:spMk id="10" creationId="{BF5DD780-6A57-D741-EE78-CEBC611F5B0E}"/>
          </ac:spMkLst>
        </pc:spChg>
        <pc:spChg chg="add mod topLvl">
          <ac:chgData name="Judson Santiago" userId="ebb108da2f256286" providerId="LiveId" clId="{11569938-4AE7-A047-ABF7-34D056917DA1}" dt="2022-08-17T13:52:21.849" v="355" actId="208"/>
          <ac:spMkLst>
            <pc:docMk/>
            <pc:sldMk cId="530169222" sldId="354"/>
            <ac:spMk id="13" creationId="{7E4F84DA-8FD5-6A62-8FEB-F8E0DE0CE79E}"/>
          </ac:spMkLst>
        </pc:spChg>
        <pc:spChg chg="add mod topLvl">
          <ac:chgData name="Judson Santiago" userId="ebb108da2f256286" providerId="LiveId" clId="{11569938-4AE7-A047-ABF7-34D056917DA1}" dt="2022-08-17T13:52:50.963" v="359" actId="207"/>
          <ac:spMkLst>
            <pc:docMk/>
            <pc:sldMk cId="530169222" sldId="354"/>
            <ac:spMk id="16" creationId="{E15C69FF-B783-AE2F-8CD6-3DDBAA360CCC}"/>
          </ac:spMkLst>
        </pc:spChg>
        <pc:spChg chg="mod">
          <ac:chgData name="Judson Santiago" userId="ebb108da2f256286" providerId="LiveId" clId="{11569938-4AE7-A047-ABF7-34D056917DA1}" dt="2022-08-17T14:36:50.689" v="782" actId="1038"/>
          <ac:spMkLst>
            <pc:docMk/>
            <pc:sldMk cId="530169222" sldId="354"/>
            <ac:spMk id="22" creationId="{103A3F61-FA40-C6D6-3629-09E4C5F10440}"/>
          </ac:spMkLst>
        </pc:spChg>
        <pc:spChg chg="mod">
          <ac:chgData name="Judson Santiago" userId="ebb108da2f256286" providerId="LiveId" clId="{11569938-4AE7-A047-ABF7-34D056917DA1}" dt="2022-08-17T14:36:50.689" v="782" actId="1038"/>
          <ac:spMkLst>
            <pc:docMk/>
            <pc:sldMk cId="530169222" sldId="354"/>
            <ac:spMk id="23" creationId="{D81CA70B-DFBC-0E3F-850C-E75307CCCE31}"/>
          </ac:spMkLst>
        </pc:spChg>
        <pc:grpChg chg="add del mod topLvl">
          <ac:chgData name="Judson Santiago" userId="ebb108da2f256286" providerId="LiveId" clId="{11569938-4AE7-A047-ABF7-34D056917DA1}" dt="2022-08-17T13:34:39.933" v="223" actId="165"/>
          <ac:grpSpMkLst>
            <pc:docMk/>
            <pc:sldMk cId="530169222" sldId="354"/>
            <ac:grpSpMk id="11" creationId="{9A0DA18D-4D9B-7200-DFBC-B539C89C6538}"/>
          </ac:grpSpMkLst>
        </pc:grpChg>
        <pc:grpChg chg="del">
          <ac:chgData name="Judson Santiago" userId="ebb108da2f256286" providerId="LiveId" clId="{11569938-4AE7-A047-ABF7-34D056917DA1}" dt="2022-08-17T13:19:28.326" v="22" actId="165"/>
          <ac:grpSpMkLst>
            <pc:docMk/>
            <pc:sldMk cId="530169222" sldId="354"/>
            <ac:grpSpMk id="12" creationId="{DE229324-06A3-E3AD-4B22-63A708689ED4}"/>
          </ac:grpSpMkLst>
        </pc:grpChg>
        <pc:grpChg chg="add del mod">
          <ac:chgData name="Judson Santiago" userId="ebb108da2f256286" providerId="LiveId" clId="{11569938-4AE7-A047-ABF7-34D056917DA1}" dt="2022-08-17T13:34:29.102" v="220" actId="165"/>
          <ac:grpSpMkLst>
            <pc:docMk/>
            <pc:sldMk cId="530169222" sldId="354"/>
            <ac:grpSpMk id="14" creationId="{3362C136-D8B8-EDEC-2E3F-0619D11E213F}"/>
          </ac:grpSpMkLst>
        </pc:grpChg>
        <pc:grpChg chg="add del mod">
          <ac:chgData name="Judson Santiago" userId="ebb108da2f256286" providerId="LiveId" clId="{11569938-4AE7-A047-ABF7-34D056917DA1}" dt="2022-08-17T13:49:36.692" v="314" actId="165"/>
          <ac:grpSpMkLst>
            <pc:docMk/>
            <pc:sldMk cId="530169222" sldId="354"/>
            <ac:grpSpMk id="17" creationId="{CA2620AE-5C55-71CE-5C8F-9B53447DDCAC}"/>
          </ac:grpSpMkLst>
        </pc:grpChg>
        <pc:grpChg chg="add del mod">
          <ac:chgData name="Judson Santiago" userId="ebb108da2f256286" providerId="LiveId" clId="{11569938-4AE7-A047-ABF7-34D056917DA1}" dt="2022-08-17T14:34:10.423" v="683" actId="478"/>
          <ac:grpSpMkLst>
            <pc:docMk/>
            <pc:sldMk cId="530169222" sldId="354"/>
            <ac:grpSpMk id="20" creationId="{C01B630E-E70A-6303-2152-A5098EA21DB0}"/>
          </ac:grpSpMkLst>
        </pc:grpChg>
        <pc:grpChg chg="add del mod">
          <ac:chgData name="Judson Santiago" userId="ebb108da2f256286" providerId="LiveId" clId="{11569938-4AE7-A047-ABF7-34D056917DA1}" dt="2022-08-17T17:26:37.414" v="909" actId="478"/>
          <ac:grpSpMkLst>
            <pc:docMk/>
            <pc:sldMk cId="530169222" sldId="354"/>
            <ac:grpSpMk id="21" creationId="{CFE9005D-94BC-61DD-DCEB-62DBA80419A2}"/>
          </ac:grpSpMkLst>
        </pc:grpChg>
        <pc:picChg chg="add del mod">
          <ac:chgData name="Judson Santiago" userId="ebb108da2f256286" providerId="LiveId" clId="{11569938-4AE7-A047-ABF7-34D056917DA1}" dt="2022-08-17T13:27:28.622" v="142" actId="478"/>
          <ac:picMkLst>
            <pc:docMk/>
            <pc:sldMk cId="530169222" sldId="354"/>
            <ac:picMk id="5" creationId="{96087536-3F30-593C-9FD6-80CE50257889}"/>
          </ac:picMkLst>
        </pc:picChg>
        <pc:picChg chg="add mod">
          <ac:chgData name="Judson Santiago" userId="ebb108da2f256286" providerId="LiveId" clId="{11569938-4AE7-A047-ABF7-34D056917DA1}" dt="2022-08-17T13:53:48.034" v="360" actId="14100"/>
          <ac:picMkLst>
            <pc:docMk/>
            <pc:sldMk cId="530169222" sldId="354"/>
            <ac:picMk id="19" creationId="{C06CAE05-7236-2080-9EAF-835FA31D2DFC}"/>
          </ac:picMkLst>
        </pc:picChg>
        <pc:picChg chg="mod">
          <ac:chgData name="Judson Santiago" userId="ebb108da2f256286" providerId="LiveId" clId="{11569938-4AE7-A047-ABF7-34D056917DA1}" dt="2022-08-17T14:36:52.777" v="788" actId="1037"/>
          <ac:picMkLst>
            <pc:docMk/>
            <pc:sldMk cId="530169222" sldId="354"/>
            <ac:picMk id="24" creationId="{92A7E111-E9BC-2B1B-BE71-6F608F22302C}"/>
          </ac:picMkLst>
        </pc:picChg>
      </pc:sldChg>
      <pc:sldChg chg="add">
        <pc:chgData name="Judson Santiago" userId="ebb108da2f256286" providerId="LiveId" clId="{11569938-4AE7-A047-ABF7-34D056917DA1}" dt="2022-08-17T17:40:31.871" v="1343"/>
        <pc:sldMkLst>
          <pc:docMk/>
          <pc:sldMk cId="3964041671" sldId="355"/>
        </pc:sldMkLst>
      </pc:sldChg>
      <pc:sldChg chg="modSp add">
        <pc:chgData name="Judson Santiago" userId="ebb108da2f256286" providerId="LiveId" clId="{11569938-4AE7-A047-ABF7-34D056917DA1}" dt="2022-08-22T23:10:49.253" v="1762" actId="14826"/>
        <pc:sldMkLst>
          <pc:docMk/>
          <pc:sldMk cId="4039746507" sldId="356"/>
        </pc:sldMkLst>
        <pc:picChg chg="mod">
          <ac:chgData name="Judson Santiago" userId="ebb108da2f256286" providerId="LiveId" clId="{11569938-4AE7-A047-ABF7-34D056917DA1}" dt="2022-08-22T23:10:49.253" v="1762" actId="14826"/>
          <ac:picMkLst>
            <pc:docMk/>
            <pc:sldMk cId="4039746507" sldId="356"/>
            <ac:picMk id="14" creationId="{84CA0CA1-4515-4A9C-DBAD-0522D84A15FB}"/>
          </ac:picMkLst>
        </pc:picChg>
      </pc:sldChg>
      <pc:sldChg chg="add">
        <pc:chgData name="Judson Santiago" userId="ebb108da2f256286" providerId="LiveId" clId="{11569938-4AE7-A047-ABF7-34D056917DA1}" dt="2022-08-22T22:49:24.442" v="1761"/>
        <pc:sldMkLst>
          <pc:docMk/>
          <pc:sldMk cId="2111910693" sldId="357"/>
        </pc:sldMkLst>
      </pc:sldChg>
      <pc:sldChg chg="add">
        <pc:chgData name="Judson Santiago" userId="ebb108da2f256286" providerId="LiveId" clId="{11569938-4AE7-A047-ABF7-34D056917DA1}" dt="2022-08-22T22:49:24.442" v="1761"/>
        <pc:sldMkLst>
          <pc:docMk/>
          <pc:sldMk cId="3381355498" sldId="358"/>
        </pc:sldMkLst>
      </pc:sldChg>
    </pc:docChg>
  </pc:docChgLst>
  <pc:docChgLst>
    <pc:chgData name="Judson Santiago" userId="ebb108da2f256286" providerId="LiveId" clId="{7C0B14D6-626A-4F82-A235-39AC74DC5AFF}"/>
    <pc:docChg chg="undo custSel addSld delSld modSld modMainMaster">
      <pc:chgData name="Judson Santiago" userId="ebb108da2f256286" providerId="LiveId" clId="{7C0B14D6-626A-4F82-A235-39AC74DC5AFF}" dt="2022-08-23T23:25:01.584" v="2342" actId="6549"/>
      <pc:docMkLst>
        <pc:docMk/>
      </pc:docMkLst>
      <pc:sldChg chg="modSp mod modNotesTx">
        <pc:chgData name="Judson Santiago" userId="ebb108da2f256286" providerId="LiveId" clId="{7C0B14D6-626A-4F82-A235-39AC74DC5AFF}" dt="2022-08-23T14:49:32.157" v="2174" actId="20577"/>
        <pc:sldMkLst>
          <pc:docMk/>
          <pc:sldMk cId="0" sldId="289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0" sldId="289"/>
            <ac:spMk id="2" creationId="{00000000-0000-0000-0000-000000000000}"/>
          </ac:spMkLst>
        </pc:spChg>
        <pc:spChg chg="mod">
          <ac:chgData name="Judson Santiago" userId="ebb108da2f256286" providerId="LiveId" clId="{7C0B14D6-626A-4F82-A235-39AC74DC5AFF}" dt="2022-08-16T14:21:35.083" v="1277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mod modNotesTx">
        <pc:chgData name="Judson Santiago" userId="ebb108da2f256286" providerId="LiveId" clId="{7C0B14D6-626A-4F82-A235-39AC74DC5AFF}" dt="2022-08-23T12:51:15.710" v="1626" actId="20577"/>
        <pc:sldMkLst>
          <pc:docMk/>
          <pc:sldMk cId="811237324" sldId="323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811237324" sldId="323"/>
            <ac:spMk id="2" creationId="{2DBDC846-7BA6-45DF-97A7-721A2884A2AF}"/>
          </ac:spMkLst>
        </pc:spChg>
        <pc:spChg chg="mod ord">
          <ac:chgData name="Judson Santiago" userId="ebb108da2f256286" providerId="LiveId" clId="{7C0B14D6-626A-4F82-A235-39AC74DC5AFF}" dt="2022-08-16T13:11:51.646" v="177" actId="166"/>
          <ac:spMkLst>
            <pc:docMk/>
            <pc:sldMk cId="811237324" sldId="323"/>
            <ac:spMk id="9" creationId="{A602AC89-F117-5B33-44AA-B0C61E69191B}"/>
          </ac:spMkLst>
        </pc:spChg>
        <pc:spChg chg="mod">
          <ac:chgData name="Judson Santiago" userId="ebb108da2f256286" providerId="LiveId" clId="{7C0B14D6-626A-4F82-A235-39AC74DC5AFF}" dt="2022-08-16T13:11:13.447" v="145" actId="1036"/>
          <ac:spMkLst>
            <pc:docMk/>
            <pc:sldMk cId="811237324" sldId="323"/>
            <ac:spMk id="14" creationId="{766115F4-BF22-40A4-8ABB-A2D63DCEB99D}"/>
          </ac:spMkLst>
        </pc:spChg>
        <pc:spChg chg="mod">
          <ac:chgData name="Judson Santiago" userId="ebb108da2f256286" providerId="LiveId" clId="{7C0B14D6-626A-4F82-A235-39AC74DC5AFF}" dt="2022-08-16T13:12:40.463" v="203" actId="113"/>
          <ac:spMkLst>
            <pc:docMk/>
            <pc:sldMk cId="811237324" sldId="323"/>
            <ac:spMk id="17" creationId="{8C6A5E6C-A7CE-4E66-8D4C-6C895798CEAC}"/>
          </ac:spMkLst>
        </pc:spChg>
        <pc:spChg chg="mod">
          <ac:chgData name="Judson Santiago" userId="ebb108da2f256286" providerId="LiveId" clId="{7C0B14D6-626A-4F82-A235-39AC74DC5AFF}" dt="2022-08-16T13:11:13.447" v="145" actId="1036"/>
          <ac:spMkLst>
            <pc:docMk/>
            <pc:sldMk cId="811237324" sldId="323"/>
            <ac:spMk id="37" creationId="{DB27B2C0-C545-4B60-8FB6-0C1766356BDC}"/>
          </ac:spMkLst>
        </pc:spChg>
        <pc:spChg chg="mod ord">
          <ac:chgData name="Judson Santiago" userId="ebb108da2f256286" providerId="LiveId" clId="{7C0B14D6-626A-4F82-A235-39AC74DC5AFF}" dt="2022-08-16T13:11:46.763" v="176" actId="167"/>
          <ac:spMkLst>
            <pc:docMk/>
            <pc:sldMk cId="811237324" sldId="323"/>
            <ac:spMk id="42" creationId="{7B129AF5-2109-4E7A-ACE9-CB62C846DCD6}"/>
          </ac:spMkLst>
        </pc:spChg>
        <pc:spChg chg="mod ord">
          <ac:chgData name="Judson Santiago" userId="ebb108da2f256286" providerId="LiveId" clId="{7C0B14D6-626A-4F82-A235-39AC74DC5AFF}" dt="2022-08-16T13:11:28.543" v="174" actId="1035"/>
          <ac:spMkLst>
            <pc:docMk/>
            <pc:sldMk cId="811237324" sldId="323"/>
            <ac:spMk id="43" creationId="{091BAAA4-7CFD-4E32-8F58-13619C30C379}"/>
          </ac:spMkLst>
        </pc:spChg>
        <pc:spChg chg="mod">
          <ac:chgData name="Judson Santiago" userId="ebb108da2f256286" providerId="LiveId" clId="{7C0B14D6-626A-4F82-A235-39AC74DC5AFF}" dt="2022-08-16T13:11:28.543" v="174" actId="1035"/>
          <ac:spMkLst>
            <pc:docMk/>
            <pc:sldMk cId="811237324" sldId="323"/>
            <ac:spMk id="57" creationId="{49EA7D23-8451-4EFA-946E-9C82CB069EF0}"/>
          </ac:spMkLst>
        </pc:spChg>
        <pc:spChg chg="mod">
          <ac:chgData name="Judson Santiago" userId="ebb108da2f256286" providerId="LiveId" clId="{7C0B14D6-626A-4F82-A235-39AC74DC5AFF}" dt="2022-08-16T13:11:28.543" v="174" actId="1035"/>
          <ac:spMkLst>
            <pc:docMk/>
            <pc:sldMk cId="811237324" sldId="323"/>
            <ac:spMk id="59" creationId="{D417E6B8-000B-4F1E-822C-6DE8AF2094AC}"/>
          </ac:spMkLst>
        </pc:spChg>
        <pc:grpChg chg="mod ord">
          <ac:chgData name="Judson Santiago" userId="ebb108da2f256286" providerId="LiveId" clId="{7C0B14D6-626A-4F82-A235-39AC74DC5AFF}" dt="2022-08-16T13:12:04.466" v="201" actId="1035"/>
          <ac:grpSpMkLst>
            <pc:docMk/>
            <pc:sldMk cId="811237324" sldId="323"/>
            <ac:grpSpMk id="10" creationId="{5A0FABAD-D7F5-8B11-CBE9-EA8BFDDFE1D7}"/>
          </ac:grpSpMkLst>
        </pc:grpChg>
        <pc:cxnChg chg="mod">
          <ac:chgData name="Judson Santiago" userId="ebb108da2f256286" providerId="LiveId" clId="{7C0B14D6-626A-4F82-A235-39AC74DC5AFF}" dt="2022-08-16T13:11:39.520" v="175" actId="14100"/>
          <ac:cxnSpMkLst>
            <pc:docMk/>
            <pc:sldMk cId="811237324" sldId="323"/>
            <ac:cxnSpMk id="21" creationId="{0CF640C6-BA5A-4D24-9EF8-853AE20BE950}"/>
          </ac:cxnSpMkLst>
        </pc:cxnChg>
        <pc:cxnChg chg="mod">
          <ac:chgData name="Judson Santiago" userId="ebb108da2f256286" providerId="LiveId" clId="{7C0B14D6-626A-4F82-A235-39AC74DC5AFF}" dt="2022-08-16T13:11:28.543" v="174" actId="1035"/>
          <ac:cxnSpMkLst>
            <pc:docMk/>
            <pc:sldMk cId="811237324" sldId="323"/>
            <ac:cxnSpMk id="24" creationId="{03D811BB-6A4E-49F4-AFE5-80B5772FBCCD}"/>
          </ac:cxnSpMkLst>
        </pc:cxnChg>
        <pc:cxnChg chg="mod">
          <ac:chgData name="Judson Santiago" userId="ebb108da2f256286" providerId="LiveId" clId="{7C0B14D6-626A-4F82-A235-39AC74DC5AFF}" dt="2022-08-16T13:11:13.447" v="145" actId="1036"/>
          <ac:cxnSpMkLst>
            <pc:docMk/>
            <pc:sldMk cId="811237324" sldId="323"/>
            <ac:cxnSpMk id="51" creationId="{9DC392FE-DC4B-467A-8449-CE94D3772C62}"/>
          </ac:cxnSpMkLst>
        </pc:cxnChg>
        <pc:cxnChg chg="mod">
          <ac:chgData name="Judson Santiago" userId="ebb108da2f256286" providerId="LiveId" clId="{7C0B14D6-626A-4F82-A235-39AC74DC5AFF}" dt="2022-08-16T13:11:28.543" v="174" actId="1035"/>
          <ac:cxnSpMkLst>
            <pc:docMk/>
            <pc:sldMk cId="811237324" sldId="323"/>
            <ac:cxnSpMk id="77" creationId="{1B3C4856-2A99-4BF8-9159-58616F08DB51}"/>
          </ac:cxnSpMkLst>
        </pc:cxnChg>
      </pc:sldChg>
      <pc:sldChg chg="modSp mod">
        <pc:chgData name="Judson Santiago" userId="ebb108da2f256286" providerId="LiveId" clId="{7C0B14D6-626A-4F82-A235-39AC74DC5AFF}" dt="2022-08-16T13:08:55.748" v="108" actId="108"/>
        <pc:sldMkLst>
          <pc:docMk/>
          <pc:sldMk cId="2946711857" sldId="324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2946711857" sldId="324"/>
            <ac:spMk id="2" creationId="{436AB9B9-DC9A-44A3-A0EE-9AAED9CF31A5}"/>
          </ac:spMkLst>
        </pc:spChg>
        <pc:spChg chg="mod ord">
          <ac:chgData name="Judson Santiago" userId="ebb108da2f256286" providerId="LiveId" clId="{7C0B14D6-626A-4F82-A235-39AC74DC5AFF}" dt="2022-08-16T13:06:20.930" v="44" actId="167"/>
          <ac:spMkLst>
            <pc:docMk/>
            <pc:sldMk cId="2946711857" sldId="324"/>
            <ac:spMk id="3" creationId="{C35AC5B1-9556-4C39-9D0B-D3DAE563C879}"/>
          </ac:spMkLst>
        </pc:spChg>
        <pc:spChg chg="mod">
          <ac:chgData name="Judson Santiago" userId="ebb108da2f256286" providerId="LiveId" clId="{7C0B14D6-626A-4F82-A235-39AC74DC5AFF}" dt="2022-08-16T13:08:55.748" v="108" actId="108"/>
          <ac:spMkLst>
            <pc:docMk/>
            <pc:sldMk cId="2946711857" sldId="324"/>
            <ac:spMk id="4" creationId="{B1C6810B-6407-469D-86DF-EB65694980D7}"/>
          </ac:spMkLst>
        </pc:spChg>
      </pc:sldChg>
      <pc:sldChg chg="modSp">
        <pc:chgData name="Judson Santiago" userId="ebb108da2f256286" providerId="LiveId" clId="{7C0B14D6-626A-4F82-A235-39AC74DC5AFF}" dt="2022-08-13T19:29:12.728" v="0"/>
        <pc:sldMkLst>
          <pc:docMk/>
          <pc:sldMk cId="2749748510" sldId="329"/>
        </pc:sldMkLst>
        <pc:spChg chg="mod">
          <ac:chgData name="Judson Santiago" userId="ebb108da2f256286" providerId="LiveId" clId="{7C0B14D6-626A-4F82-A235-39AC74DC5AFF}" dt="2022-08-13T19:29:12.728" v="0"/>
          <ac:spMkLst>
            <pc:docMk/>
            <pc:sldMk cId="2749748510" sldId="329"/>
            <ac:spMk id="2" creationId="{FC6352CF-361B-49EB-D3C8-441DE22B9BE3}"/>
          </ac:spMkLst>
        </pc:spChg>
      </pc:sldChg>
      <pc:sldChg chg="modSp mod modNotesTx">
        <pc:chgData name="Judson Santiago" userId="ebb108da2f256286" providerId="LiveId" clId="{7C0B14D6-626A-4F82-A235-39AC74DC5AFF}" dt="2022-08-23T13:23:03.349" v="1704" actId="20577"/>
        <pc:sldMkLst>
          <pc:docMk/>
          <pc:sldMk cId="3373957252" sldId="330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373957252" sldId="330"/>
            <ac:spMk id="2" creationId="{F775684E-68A5-41D0-BCF7-4EC10EBAF995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373957252" sldId="330"/>
            <ac:spMk id="3" creationId="{99DD4FFF-AD21-47EB-B2E2-C0E3BC4918A5}"/>
          </ac:spMkLst>
        </pc:spChg>
        <pc:spChg chg="mod">
          <ac:chgData name="Judson Santiago" userId="ebb108da2f256286" providerId="LiveId" clId="{7C0B14D6-626A-4F82-A235-39AC74DC5AFF}" dt="2022-08-23T13:19:19.162" v="1642" actId="1036"/>
          <ac:spMkLst>
            <pc:docMk/>
            <pc:sldMk cId="3373957252" sldId="330"/>
            <ac:spMk id="4" creationId="{1240B8A3-8EB6-4984-B2D0-B759FC22C1FF}"/>
          </ac:spMkLst>
        </pc:spChg>
      </pc:sldChg>
      <pc:sldChg chg="modSp mod modNotesTx">
        <pc:chgData name="Judson Santiago" userId="ebb108da2f256286" providerId="LiveId" clId="{7C0B14D6-626A-4F82-A235-39AC74DC5AFF}" dt="2022-08-23T13:38:23.536" v="1971" actId="207"/>
        <pc:sldMkLst>
          <pc:docMk/>
          <pc:sldMk cId="3868093180" sldId="338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868093180" sldId="338"/>
            <ac:spMk id="2" creationId="{D685941F-874B-3E58-06B4-2AEE64FCA02C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868093180" sldId="338"/>
            <ac:spMk id="3" creationId="{D5EA17BD-5618-F84E-4445-4B246A98F39E}"/>
          </ac:spMkLst>
        </pc:spChg>
        <pc:spChg chg="mod">
          <ac:chgData name="Judson Santiago" userId="ebb108da2f256286" providerId="LiveId" clId="{7C0B14D6-626A-4F82-A235-39AC74DC5AFF}" dt="2022-08-23T13:32:21.885" v="1898" actId="20577"/>
          <ac:spMkLst>
            <pc:docMk/>
            <pc:sldMk cId="3868093180" sldId="338"/>
            <ac:spMk id="4" creationId="{BC05E2D4-7835-4110-6A8C-1529C8AC3365}"/>
          </ac:spMkLst>
        </pc:spChg>
        <pc:spChg chg="mod">
          <ac:chgData name="Judson Santiago" userId="ebb108da2f256286" providerId="LiveId" clId="{7C0B14D6-626A-4F82-A235-39AC74DC5AFF}" dt="2022-08-23T13:38:23.536" v="1971" actId="207"/>
          <ac:spMkLst>
            <pc:docMk/>
            <pc:sldMk cId="3868093180" sldId="338"/>
            <ac:spMk id="5" creationId="{44925253-152C-5F9B-4769-19645B87C3E9}"/>
          </ac:spMkLst>
        </pc:spChg>
      </pc:sldChg>
      <pc:sldChg chg="modSp mod modNotesTx">
        <pc:chgData name="Judson Santiago" userId="ebb108da2f256286" providerId="LiveId" clId="{7C0B14D6-626A-4F82-A235-39AC74DC5AFF}" dt="2022-08-23T13:39:54.677" v="1977" actId="6549"/>
        <pc:sldMkLst>
          <pc:docMk/>
          <pc:sldMk cId="3527703087" sldId="340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527703087" sldId="340"/>
            <ac:spMk id="2" creationId="{D685941F-874B-3E58-06B4-2AEE64FCA02C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3527703087" sldId="340"/>
            <ac:spMk id="3" creationId="{D5EA17BD-5618-F84E-4445-4B246A98F39E}"/>
          </ac:spMkLst>
        </pc:spChg>
        <pc:spChg chg="mod">
          <ac:chgData name="Judson Santiago" userId="ebb108da2f256286" providerId="LiveId" clId="{7C0B14D6-626A-4F82-A235-39AC74DC5AFF}" dt="2022-08-16T13:19:22.670" v="248" actId="20577"/>
          <ac:spMkLst>
            <pc:docMk/>
            <pc:sldMk cId="3527703087" sldId="340"/>
            <ac:spMk id="4" creationId="{BC05E2D4-7835-4110-6A8C-1529C8AC3365}"/>
          </ac:spMkLst>
        </pc:spChg>
        <pc:spChg chg="mod">
          <ac:chgData name="Judson Santiago" userId="ebb108da2f256286" providerId="LiveId" clId="{7C0B14D6-626A-4F82-A235-39AC74DC5AFF}" dt="2022-08-23T13:38:44.923" v="1976" actId="207"/>
          <ac:spMkLst>
            <pc:docMk/>
            <pc:sldMk cId="3527703087" sldId="340"/>
            <ac:spMk id="5" creationId="{44925253-152C-5F9B-4769-19645B87C3E9}"/>
          </ac:spMkLst>
        </pc:spChg>
      </pc:sldChg>
      <pc:sldChg chg="modSp mod">
        <pc:chgData name="Judson Santiago" userId="ebb108da2f256286" providerId="LiveId" clId="{7C0B14D6-626A-4F82-A235-39AC74DC5AFF}" dt="2022-08-23T13:44:49" v="1982" actId="207"/>
        <pc:sldMkLst>
          <pc:docMk/>
          <pc:sldMk cId="4089879226" sldId="341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4089879226" sldId="341"/>
            <ac:spMk id="2" creationId="{7669CAE2-944D-BBB6-E959-AE51C01F84A9}"/>
          </ac:spMkLst>
        </pc:spChg>
        <pc:spChg chg="mod">
          <ac:chgData name="Judson Santiago" userId="ebb108da2f256286" providerId="LiveId" clId="{7C0B14D6-626A-4F82-A235-39AC74DC5AFF}" dt="2022-08-23T13:44:49" v="1982" actId="207"/>
          <ac:spMkLst>
            <pc:docMk/>
            <pc:sldMk cId="4089879226" sldId="341"/>
            <ac:spMk id="3" creationId="{B29B66A2-5797-B02B-3BC1-B7513B2D597C}"/>
          </ac:spMkLst>
        </pc:spChg>
        <pc:spChg chg="mod">
          <ac:chgData name="Judson Santiago" userId="ebb108da2f256286" providerId="LiveId" clId="{7C0B14D6-626A-4F82-A235-39AC74DC5AFF}" dt="2022-08-23T13:44:09.908" v="1979" actId="207"/>
          <ac:spMkLst>
            <pc:docMk/>
            <pc:sldMk cId="4089879226" sldId="341"/>
            <ac:spMk id="4" creationId="{1E8DAED4-9EB1-8EBE-299C-F3FE7D69C5C0}"/>
          </ac:spMkLst>
        </pc:spChg>
        <pc:spChg chg="mod">
          <ac:chgData name="Judson Santiago" userId="ebb108da2f256286" providerId="LiveId" clId="{7C0B14D6-626A-4F82-A235-39AC74DC5AFF}" dt="2022-08-16T13:19:50.092" v="254" actId="20577"/>
          <ac:spMkLst>
            <pc:docMk/>
            <pc:sldMk cId="4089879226" sldId="341"/>
            <ac:spMk id="8" creationId="{011ED613-14AE-F947-D567-CCF15AABC4A5}"/>
          </ac:spMkLst>
        </pc:spChg>
      </pc:sldChg>
      <pc:sldChg chg="modSp mod modNotesTx">
        <pc:chgData name="Judson Santiago" userId="ebb108da2f256286" providerId="LiveId" clId="{7C0B14D6-626A-4F82-A235-39AC74DC5AFF}" dt="2022-08-16T13:22:40.248" v="259" actId="207"/>
        <pc:sldMkLst>
          <pc:docMk/>
          <pc:sldMk cId="97491284" sldId="342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97491284" sldId="342"/>
            <ac:spMk id="2" creationId="{DAC79837-D066-B5CB-D40B-302B89F47D34}"/>
          </ac:spMkLst>
        </pc:spChg>
        <pc:spChg chg="mod ord">
          <ac:chgData name="Judson Santiago" userId="ebb108da2f256286" providerId="LiveId" clId="{7C0B14D6-626A-4F82-A235-39AC74DC5AFF}" dt="2022-08-16T13:22:26.679" v="255" actId="167"/>
          <ac:spMkLst>
            <pc:docMk/>
            <pc:sldMk cId="97491284" sldId="342"/>
            <ac:spMk id="3" creationId="{055234F8-D571-C259-C894-5CC7058F66D8}"/>
          </ac:spMkLst>
        </pc:spChg>
        <pc:spChg chg="mod">
          <ac:chgData name="Judson Santiago" userId="ebb108da2f256286" providerId="LiveId" clId="{7C0B14D6-626A-4F82-A235-39AC74DC5AFF}" dt="2022-08-16T13:22:40.248" v="259" actId="207"/>
          <ac:spMkLst>
            <pc:docMk/>
            <pc:sldMk cId="97491284" sldId="342"/>
            <ac:spMk id="4" creationId="{7B559F33-F8A1-9144-CABF-8F5294F4F22A}"/>
          </ac:spMkLst>
        </pc:spChg>
      </pc:sldChg>
      <pc:sldChg chg="addSp delSp modSp mod modNotesTx">
        <pc:chgData name="Judson Santiago" userId="ebb108da2f256286" providerId="LiveId" clId="{7C0B14D6-626A-4F82-A235-39AC74DC5AFF}" dt="2022-08-23T23:25:01.584" v="2342" actId="6549"/>
        <pc:sldMkLst>
          <pc:docMk/>
          <pc:sldMk cId="1301237362" sldId="343"/>
        </pc:sldMkLst>
        <pc:spChg chg="mod">
          <ac:chgData name="Judson Santiago" userId="ebb108da2f256286" providerId="LiveId" clId="{7C0B14D6-626A-4F82-A235-39AC74DC5AFF}" dt="2022-08-16T13:36:30.743" v="354" actId="20577"/>
          <ac:spMkLst>
            <pc:docMk/>
            <pc:sldMk cId="1301237362" sldId="343"/>
            <ac:spMk id="2" creationId="{8550A180-DF34-D362-9B78-5A90AA724A7D}"/>
          </ac:spMkLst>
        </pc:spChg>
        <pc:spChg chg="mod">
          <ac:chgData name="Judson Santiago" userId="ebb108da2f256286" providerId="LiveId" clId="{7C0B14D6-626A-4F82-A235-39AC74DC5AFF}" dt="2022-08-23T23:25:01.584" v="2342" actId="6549"/>
          <ac:spMkLst>
            <pc:docMk/>
            <pc:sldMk cId="1301237362" sldId="343"/>
            <ac:spMk id="3" creationId="{DE41193C-BA89-B8D4-BF07-B52C041FBA35}"/>
          </ac:spMkLst>
        </pc:spChg>
        <pc:spChg chg="mod">
          <ac:chgData name="Judson Santiago" userId="ebb108da2f256286" providerId="LiveId" clId="{7C0B14D6-626A-4F82-A235-39AC74DC5AFF}" dt="2022-08-16T13:28:45.727" v="261"/>
          <ac:spMkLst>
            <pc:docMk/>
            <pc:sldMk cId="1301237362" sldId="343"/>
            <ac:spMk id="5" creationId="{3B9BA5EF-E016-2B80-73BF-57064D1B99DC}"/>
          </ac:spMkLst>
        </pc:spChg>
        <pc:spChg chg="mod">
          <ac:chgData name="Judson Santiago" userId="ebb108da2f256286" providerId="LiveId" clId="{7C0B14D6-626A-4F82-A235-39AC74DC5AFF}" dt="2022-08-16T13:28:45.727" v="261"/>
          <ac:spMkLst>
            <pc:docMk/>
            <pc:sldMk cId="1301237362" sldId="343"/>
            <ac:spMk id="6" creationId="{AE8FA84D-BB10-CD9C-43EB-5A900000FBD9}"/>
          </ac:spMkLst>
        </pc:spChg>
        <pc:grpChg chg="add del mod">
          <ac:chgData name="Judson Santiago" userId="ebb108da2f256286" providerId="LiveId" clId="{7C0B14D6-626A-4F82-A235-39AC74DC5AFF}" dt="2022-08-23T14:29:22.329" v="2019" actId="478"/>
          <ac:grpSpMkLst>
            <pc:docMk/>
            <pc:sldMk cId="1301237362" sldId="343"/>
            <ac:grpSpMk id="4" creationId="{016998C3-999F-2120-0020-D66A3C921D64}"/>
          </ac:grpSpMkLst>
        </pc:grpChg>
      </pc:sldChg>
      <pc:sldChg chg="modSp del mod">
        <pc:chgData name="Judson Santiago" userId="ebb108da2f256286" providerId="LiveId" clId="{7C0B14D6-626A-4F82-A235-39AC74DC5AFF}" dt="2022-08-23T14:36:19.969" v="2024" actId="207"/>
        <pc:sldMkLst>
          <pc:docMk/>
          <pc:sldMk cId="941166413" sldId="344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941166413" sldId="344"/>
            <ac:spMk id="2" creationId="{24D35999-6A2D-CC25-9C22-35E60592DFC1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941166413" sldId="344"/>
            <ac:spMk id="3" creationId="{5DE10C80-0E67-0D76-1D3A-F2A95D786530}"/>
          </ac:spMkLst>
        </pc:spChg>
        <pc:spChg chg="mod">
          <ac:chgData name="Judson Santiago" userId="ebb108da2f256286" providerId="LiveId" clId="{7C0B14D6-626A-4F82-A235-39AC74DC5AFF}" dt="2022-08-23T14:36:14.827" v="2022" actId="207"/>
          <ac:spMkLst>
            <pc:docMk/>
            <pc:sldMk cId="941166413" sldId="344"/>
            <ac:spMk id="12" creationId="{89FA3118-F599-A0E1-4EF6-1505EEA38EC5}"/>
          </ac:spMkLst>
        </pc:spChg>
        <pc:spChg chg="mod">
          <ac:chgData name="Judson Santiago" userId="ebb108da2f256286" providerId="LiveId" clId="{7C0B14D6-626A-4F82-A235-39AC74DC5AFF}" dt="2022-08-23T14:36:19.969" v="2024" actId="207"/>
          <ac:spMkLst>
            <pc:docMk/>
            <pc:sldMk cId="941166413" sldId="344"/>
            <ac:spMk id="14" creationId="{D3489931-BD08-631D-0A01-76F8F0B961E7}"/>
          </ac:spMkLst>
        </pc:spChg>
      </pc:sldChg>
      <pc:sldChg chg="modSp mod">
        <pc:chgData name="Judson Santiago" userId="ebb108da2f256286" providerId="LiveId" clId="{7C0B14D6-626A-4F82-A235-39AC74DC5AFF}" dt="2022-08-23T14:01:41.329" v="1988" actId="6549"/>
        <pc:sldMkLst>
          <pc:docMk/>
          <pc:sldMk cId="2860306375" sldId="345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2860306375" sldId="345"/>
            <ac:spMk id="2" creationId="{86EE281D-CD68-430F-7431-D73AC30BD419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2860306375" sldId="345"/>
            <ac:spMk id="3" creationId="{F99C633F-D929-D9B7-E82E-5DA51D7F85D5}"/>
          </ac:spMkLst>
        </pc:spChg>
        <pc:spChg chg="mod">
          <ac:chgData name="Judson Santiago" userId="ebb108da2f256286" providerId="LiveId" clId="{7C0B14D6-626A-4F82-A235-39AC74DC5AFF}" dt="2022-08-23T13:59:38.557" v="1986" actId="207"/>
          <ac:spMkLst>
            <pc:docMk/>
            <pc:sldMk cId="2860306375" sldId="345"/>
            <ac:spMk id="4" creationId="{5465B24F-AB42-21A8-CC61-43A6D0698A55}"/>
          </ac:spMkLst>
        </pc:spChg>
        <pc:spChg chg="mod">
          <ac:chgData name="Judson Santiago" userId="ebb108da2f256286" providerId="LiveId" clId="{7C0B14D6-626A-4F82-A235-39AC74DC5AFF}" dt="2022-08-23T14:01:41.329" v="1988" actId="6549"/>
          <ac:spMkLst>
            <pc:docMk/>
            <pc:sldMk cId="2860306375" sldId="345"/>
            <ac:spMk id="5" creationId="{D6C86F85-A2AD-6B80-61D9-3CCCCEFB5FD2}"/>
          </ac:spMkLst>
        </pc:spChg>
      </pc:sldChg>
      <pc:sldChg chg="modSp">
        <pc:chgData name="Judson Santiago" userId="ebb108da2f256286" providerId="LiveId" clId="{7C0B14D6-626A-4F82-A235-39AC74DC5AFF}" dt="2022-08-13T19:29:12.728" v="0"/>
        <pc:sldMkLst>
          <pc:docMk/>
          <pc:sldMk cId="3679015613" sldId="346"/>
        </pc:sldMkLst>
        <pc:spChg chg="mod">
          <ac:chgData name="Judson Santiago" userId="ebb108da2f256286" providerId="LiveId" clId="{7C0B14D6-626A-4F82-A235-39AC74DC5AFF}" dt="2022-08-13T19:29:12.728" v="0"/>
          <ac:spMkLst>
            <pc:docMk/>
            <pc:sldMk cId="3679015613" sldId="346"/>
            <ac:spMk id="2" creationId="{1F9E8713-3373-4026-5C6F-4C22FD7CDC36}"/>
          </ac:spMkLst>
        </pc:spChg>
      </pc:sldChg>
      <pc:sldChg chg="modNotesTx">
        <pc:chgData name="Judson Santiago" userId="ebb108da2f256286" providerId="LiveId" clId="{7C0B14D6-626A-4F82-A235-39AC74DC5AFF}" dt="2022-08-23T14:50:30.044" v="2335" actId="20577"/>
        <pc:sldMkLst>
          <pc:docMk/>
          <pc:sldMk cId="3828284894" sldId="347"/>
        </pc:sldMkLst>
      </pc:sldChg>
      <pc:sldChg chg="modSp modNotesTx">
        <pc:chgData name="Judson Santiago" userId="ebb108da2f256286" providerId="LiveId" clId="{7C0B14D6-626A-4F82-A235-39AC74DC5AFF}" dt="2022-08-23T12:48:26.843" v="1517" actId="20577"/>
        <pc:sldMkLst>
          <pc:docMk/>
          <pc:sldMk cId="765175575" sldId="348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765175575" sldId="348"/>
            <ac:spMk id="2" creationId="{1B5E5EE7-FE4A-4A47-864C-DEC085BDD96C}"/>
          </ac:spMkLst>
        </pc:spChg>
      </pc:sldChg>
      <pc:sldChg chg="modSp">
        <pc:chgData name="Judson Santiago" userId="ebb108da2f256286" providerId="LiveId" clId="{7C0B14D6-626A-4F82-A235-39AC74DC5AFF}" dt="2022-08-13T19:29:12.728" v="0"/>
        <pc:sldMkLst>
          <pc:docMk/>
          <pc:sldMk cId="2441987371" sldId="350"/>
        </pc:sldMkLst>
        <pc:spChg chg="mod">
          <ac:chgData name="Judson Santiago" userId="ebb108da2f256286" providerId="LiveId" clId="{7C0B14D6-626A-4F82-A235-39AC74DC5AFF}" dt="2022-08-13T19:29:12.728" v="0"/>
          <ac:spMkLst>
            <pc:docMk/>
            <pc:sldMk cId="2441987371" sldId="350"/>
            <ac:spMk id="2" creationId="{1F9E8713-3373-4026-5C6F-4C22FD7CDC36}"/>
          </ac:spMkLst>
        </pc:spChg>
      </pc:sldChg>
      <pc:sldChg chg="addSp delSp modSp mod">
        <pc:chgData name="Judson Santiago" userId="ebb108da2f256286" providerId="LiveId" clId="{7C0B14D6-626A-4F82-A235-39AC74DC5AFF}" dt="2022-08-23T23:08:04.979" v="2338" actId="478"/>
        <pc:sldMkLst>
          <pc:docMk/>
          <pc:sldMk cId="544320628" sldId="351"/>
        </pc:sldMkLst>
        <pc:spChg chg="mod">
          <ac:chgData name="Judson Santiago" userId="ebb108da2f256286" providerId="LiveId" clId="{7C0B14D6-626A-4F82-A235-39AC74DC5AFF}" dt="2022-08-13T19:29:59.172" v="2"/>
          <ac:spMkLst>
            <pc:docMk/>
            <pc:sldMk cId="544320628" sldId="351"/>
            <ac:spMk id="2" creationId="{F775684E-68A5-41D0-BCF7-4EC10EBAF995}"/>
          </ac:spMkLst>
        </pc:spChg>
        <pc:spChg chg="mod">
          <ac:chgData name="Judson Santiago" userId="ebb108da2f256286" providerId="LiveId" clId="{7C0B14D6-626A-4F82-A235-39AC74DC5AFF}" dt="2022-08-13T19:29:59.172" v="2"/>
          <ac:spMkLst>
            <pc:docMk/>
            <pc:sldMk cId="544320628" sldId="351"/>
            <ac:spMk id="3" creationId="{99DD4FFF-AD21-47EB-B2E2-C0E3BC4918A5}"/>
          </ac:spMkLst>
        </pc:spChg>
        <pc:spChg chg="mod">
          <ac:chgData name="Judson Santiago" userId="ebb108da2f256286" providerId="LiveId" clId="{7C0B14D6-626A-4F82-A235-39AC74DC5AFF}" dt="2022-08-23T13:36:06.147" v="1946" actId="164"/>
          <ac:spMkLst>
            <pc:docMk/>
            <pc:sldMk cId="544320628" sldId="351"/>
            <ac:spMk id="4" creationId="{1240B8A3-8EB6-4984-B2D0-B759FC22C1FF}"/>
          </ac:spMkLst>
        </pc:spChg>
        <pc:spChg chg="mod">
          <ac:chgData name="Judson Santiago" userId="ebb108da2f256286" providerId="LiveId" clId="{7C0B14D6-626A-4F82-A235-39AC74DC5AFF}" dt="2022-08-23T13:36:23.446" v="1948" actId="207"/>
          <ac:spMkLst>
            <pc:docMk/>
            <pc:sldMk cId="544320628" sldId="351"/>
            <ac:spMk id="12" creationId="{97286DAA-571C-C806-188C-D6FF8C7461CB}"/>
          </ac:spMkLst>
        </pc:spChg>
        <pc:spChg chg="mod">
          <ac:chgData name="Judson Santiago" userId="ebb108da2f256286" providerId="LiveId" clId="{7C0B14D6-626A-4F82-A235-39AC74DC5AFF}" dt="2022-08-23T13:36:06.147" v="1946" actId="164"/>
          <ac:spMkLst>
            <pc:docMk/>
            <pc:sldMk cId="544320628" sldId="351"/>
            <ac:spMk id="27" creationId="{0F738566-9EF9-395C-2D4D-B39C9F0EA1FE}"/>
          </ac:spMkLst>
        </pc:spChg>
        <pc:spChg chg="mod ord">
          <ac:chgData name="Judson Santiago" userId="ebb108da2f256286" providerId="LiveId" clId="{7C0B14D6-626A-4F82-A235-39AC74DC5AFF}" dt="2022-08-23T13:36:06.147" v="1946" actId="164"/>
          <ac:spMkLst>
            <pc:docMk/>
            <pc:sldMk cId="544320628" sldId="351"/>
            <ac:spMk id="43" creationId="{5A2074D9-6CB8-7640-CC1B-33098B9FBF73}"/>
          </ac:spMkLst>
        </pc:spChg>
        <pc:grpChg chg="add mod">
          <ac:chgData name="Judson Santiago" userId="ebb108da2f256286" providerId="LiveId" clId="{7C0B14D6-626A-4F82-A235-39AC74DC5AFF}" dt="2022-08-23T13:36:06.147" v="1946" actId="164"/>
          <ac:grpSpMkLst>
            <pc:docMk/>
            <pc:sldMk cId="544320628" sldId="351"/>
            <ac:grpSpMk id="10" creationId="{90A4DF18-57C8-D9B3-7EFF-C8498242C0A2}"/>
          </ac:grpSpMkLst>
        </pc:grpChg>
        <pc:grpChg chg="del">
          <ac:chgData name="Judson Santiago" userId="ebb108da2f256286" providerId="LiveId" clId="{7C0B14D6-626A-4F82-A235-39AC74DC5AFF}" dt="2022-08-23T23:08:04.979" v="2338" actId="478"/>
          <ac:grpSpMkLst>
            <pc:docMk/>
            <pc:sldMk cId="544320628" sldId="351"/>
            <ac:grpSpMk id="50" creationId="{168657B7-770C-293A-0B25-23CA265C3548}"/>
          </ac:grpSpMkLst>
        </pc:grpChg>
        <pc:cxnChg chg="mod">
          <ac:chgData name="Judson Santiago" userId="ebb108da2f256286" providerId="LiveId" clId="{7C0B14D6-626A-4F82-A235-39AC74DC5AFF}" dt="2022-08-23T13:36:06.147" v="1946" actId="164"/>
          <ac:cxnSpMkLst>
            <pc:docMk/>
            <pc:sldMk cId="544320628" sldId="351"/>
            <ac:cxnSpMk id="47" creationId="{26D9C469-7E1D-4481-9C00-63764D9BFF68}"/>
          </ac:cxnSpMkLst>
        </pc:cxnChg>
      </pc:sldChg>
      <pc:sldChg chg="addSp delSp modSp new mod">
        <pc:chgData name="Judson Santiago" userId="ebb108da2f256286" providerId="LiveId" clId="{7C0B14D6-626A-4F82-A235-39AC74DC5AFF}" dt="2022-08-16T13:58:56.144" v="920" actId="1076"/>
        <pc:sldMkLst>
          <pc:docMk/>
          <pc:sldMk cId="76437290" sldId="352"/>
        </pc:sldMkLst>
        <pc:spChg chg="mod">
          <ac:chgData name="Judson Santiago" userId="ebb108da2f256286" providerId="LiveId" clId="{7C0B14D6-626A-4F82-A235-39AC74DC5AFF}" dt="2022-08-16T13:45:43.084" v="377" actId="20577"/>
          <ac:spMkLst>
            <pc:docMk/>
            <pc:sldMk cId="76437290" sldId="352"/>
            <ac:spMk id="2" creationId="{1B290EB6-BDDD-0FE0-12B3-B567C27EAB97}"/>
          </ac:spMkLst>
        </pc:spChg>
        <pc:spChg chg="mod">
          <ac:chgData name="Judson Santiago" userId="ebb108da2f256286" providerId="LiveId" clId="{7C0B14D6-626A-4F82-A235-39AC74DC5AFF}" dt="2022-08-16T13:56:50.058" v="900" actId="20577"/>
          <ac:spMkLst>
            <pc:docMk/>
            <pc:sldMk cId="76437290" sldId="352"/>
            <ac:spMk id="3" creationId="{12E9E562-5028-0BF6-3F20-F64A232D3B35}"/>
          </ac:spMkLst>
        </pc:spChg>
        <pc:spChg chg="add del mod">
          <ac:chgData name="Judson Santiago" userId="ebb108da2f256286" providerId="LiveId" clId="{7C0B14D6-626A-4F82-A235-39AC74DC5AFF}" dt="2022-08-16T13:55:41.674" v="888" actId="478"/>
          <ac:spMkLst>
            <pc:docMk/>
            <pc:sldMk cId="76437290" sldId="352"/>
            <ac:spMk id="5" creationId="{C85B00A2-9E82-6C13-610F-643F79314F58}"/>
          </ac:spMkLst>
        </pc:spChg>
        <pc:spChg chg="add mod">
          <ac:chgData name="Judson Santiago" userId="ebb108da2f256286" providerId="LiveId" clId="{7C0B14D6-626A-4F82-A235-39AC74DC5AFF}" dt="2022-08-16T13:56:58.753" v="901" actId="1076"/>
          <ac:spMkLst>
            <pc:docMk/>
            <pc:sldMk cId="76437290" sldId="352"/>
            <ac:spMk id="6" creationId="{FA36931A-90A8-1A34-0E0A-D899D7EA2FAB}"/>
          </ac:spMkLst>
        </pc:spChg>
        <pc:spChg chg="add del mod">
          <ac:chgData name="Judson Santiago" userId="ebb108da2f256286" providerId="LiveId" clId="{7C0B14D6-626A-4F82-A235-39AC74DC5AFF}" dt="2022-08-16T13:57:44.738" v="904" actId="478"/>
          <ac:spMkLst>
            <pc:docMk/>
            <pc:sldMk cId="76437290" sldId="352"/>
            <ac:spMk id="7" creationId="{D2B03C2C-360A-B3E0-ABF3-DB2530A8E305}"/>
          </ac:spMkLst>
        </pc:spChg>
        <pc:spChg chg="add mod">
          <ac:chgData name="Judson Santiago" userId="ebb108da2f256286" providerId="LiveId" clId="{7C0B14D6-626A-4F82-A235-39AC74DC5AFF}" dt="2022-08-16T13:58:53.472" v="919" actId="164"/>
          <ac:spMkLst>
            <pc:docMk/>
            <pc:sldMk cId="76437290" sldId="352"/>
            <ac:spMk id="8" creationId="{A915222A-0707-C8DC-D7FE-4DB4937CEEB5}"/>
          </ac:spMkLst>
        </pc:spChg>
        <pc:spChg chg="add mod ord">
          <ac:chgData name="Judson Santiago" userId="ebb108da2f256286" providerId="LiveId" clId="{7C0B14D6-626A-4F82-A235-39AC74DC5AFF}" dt="2022-08-16T13:58:53.472" v="919" actId="164"/>
          <ac:spMkLst>
            <pc:docMk/>
            <pc:sldMk cId="76437290" sldId="352"/>
            <ac:spMk id="9" creationId="{2B98FD94-0BA8-F0BF-CA7E-F6D5866FF1CD}"/>
          </ac:spMkLst>
        </pc:spChg>
        <pc:spChg chg="add del mod">
          <ac:chgData name="Judson Santiago" userId="ebb108da2f256286" providerId="LiveId" clId="{7C0B14D6-626A-4F82-A235-39AC74DC5AFF}" dt="2022-08-16T13:58:18.722" v="911" actId="478"/>
          <ac:spMkLst>
            <pc:docMk/>
            <pc:sldMk cId="76437290" sldId="352"/>
            <ac:spMk id="10" creationId="{0B8CABDA-7D62-58C3-1A94-EFA5DFF2A293}"/>
          </ac:spMkLst>
        </pc:spChg>
        <pc:spChg chg="add del mod">
          <ac:chgData name="Judson Santiago" userId="ebb108da2f256286" providerId="LiveId" clId="{7C0B14D6-626A-4F82-A235-39AC74DC5AFF}" dt="2022-08-16T13:58:17.010" v="910" actId="478"/>
          <ac:spMkLst>
            <pc:docMk/>
            <pc:sldMk cId="76437290" sldId="352"/>
            <ac:spMk id="11" creationId="{CA4B4B78-6BD7-6962-6369-92B48CED5013}"/>
          </ac:spMkLst>
        </pc:spChg>
        <pc:grpChg chg="add mod">
          <ac:chgData name="Judson Santiago" userId="ebb108da2f256286" providerId="LiveId" clId="{7C0B14D6-626A-4F82-A235-39AC74DC5AFF}" dt="2022-08-16T13:58:56.144" v="920" actId="1076"/>
          <ac:grpSpMkLst>
            <pc:docMk/>
            <pc:sldMk cId="76437290" sldId="352"/>
            <ac:grpSpMk id="12" creationId="{DE229324-06A3-E3AD-4B22-63A708689ED4}"/>
          </ac:grpSpMkLst>
        </pc:grpChg>
      </pc:sldChg>
      <pc:sldChg chg="add del">
        <pc:chgData name="Judson Santiago" userId="ebb108da2f256286" providerId="LiveId" clId="{7C0B14D6-626A-4F82-A235-39AC74DC5AFF}" dt="2022-08-16T14:07:06.713" v="1159" actId="47"/>
        <pc:sldMkLst>
          <pc:docMk/>
          <pc:sldMk cId="2224734231" sldId="353"/>
        </pc:sldMkLst>
      </pc:sldChg>
      <pc:sldChg chg="modSp add mod modNotesTx">
        <pc:chgData name="Judson Santiago" userId="ebb108da2f256286" providerId="LiveId" clId="{7C0B14D6-626A-4F82-A235-39AC74DC5AFF}" dt="2022-08-23T14:31:37.688" v="2020" actId="207"/>
        <pc:sldMkLst>
          <pc:docMk/>
          <pc:sldMk cId="530169222" sldId="354"/>
        </pc:sldMkLst>
        <pc:spChg chg="mod">
          <ac:chgData name="Judson Santiago" userId="ebb108da2f256286" providerId="LiveId" clId="{7C0B14D6-626A-4F82-A235-39AC74DC5AFF}" dt="2022-08-23T14:31:37.688" v="2020" actId="207"/>
          <ac:spMkLst>
            <pc:docMk/>
            <pc:sldMk cId="530169222" sldId="354"/>
            <ac:spMk id="3" creationId="{12E9E562-5028-0BF6-3F20-F64A232D3B35}"/>
          </ac:spMkLst>
        </pc:spChg>
        <pc:spChg chg="mod">
          <ac:chgData name="Judson Santiago" userId="ebb108da2f256286" providerId="LiveId" clId="{7C0B14D6-626A-4F82-A235-39AC74DC5AFF}" dt="2022-08-16T14:06:59.160" v="1158" actId="6549"/>
          <ac:spMkLst>
            <pc:docMk/>
            <pc:sldMk cId="530169222" sldId="354"/>
            <ac:spMk id="6" creationId="{FA36931A-90A8-1A34-0E0A-D899D7EA2FAB}"/>
          </ac:spMkLst>
        </pc:spChg>
        <pc:spChg chg="mod ord">
          <ac:chgData name="Judson Santiago" userId="ebb108da2f256286" providerId="LiveId" clId="{7C0B14D6-626A-4F82-A235-39AC74DC5AFF}" dt="2022-08-16T14:04:08.672" v="1029" actId="14100"/>
          <ac:spMkLst>
            <pc:docMk/>
            <pc:sldMk cId="530169222" sldId="354"/>
            <ac:spMk id="8" creationId="{A915222A-0707-C8DC-D7FE-4DB4937CEEB5}"/>
          </ac:spMkLst>
        </pc:spChg>
        <pc:spChg chg="mod ord">
          <ac:chgData name="Judson Santiago" userId="ebb108da2f256286" providerId="LiveId" clId="{7C0B14D6-626A-4F82-A235-39AC74DC5AFF}" dt="2022-08-16T14:00:48.122" v="930" actId="167"/>
          <ac:spMkLst>
            <pc:docMk/>
            <pc:sldMk cId="530169222" sldId="354"/>
            <ac:spMk id="9" creationId="{2B98FD94-0BA8-F0BF-CA7E-F6D5866FF1CD}"/>
          </ac:spMkLst>
        </pc:spChg>
        <pc:grpChg chg="mod">
          <ac:chgData name="Judson Santiago" userId="ebb108da2f256286" providerId="LiveId" clId="{7C0B14D6-626A-4F82-A235-39AC74DC5AFF}" dt="2022-08-16T14:04:03.015" v="1028" actId="1076"/>
          <ac:grpSpMkLst>
            <pc:docMk/>
            <pc:sldMk cId="530169222" sldId="354"/>
            <ac:grpSpMk id="12" creationId="{DE229324-06A3-E3AD-4B22-63A708689ED4}"/>
          </ac:grpSpMkLst>
        </pc:grpChg>
      </pc:sldChg>
      <pc:sldChg chg="modNotesTx">
        <pc:chgData name="Judson Santiago" userId="ebb108da2f256286" providerId="LiveId" clId="{7C0B14D6-626A-4F82-A235-39AC74DC5AFF}" dt="2022-08-23T14:50:24.551" v="2334" actId="20577"/>
        <pc:sldMkLst>
          <pc:docMk/>
          <pc:sldMk cId="4039746507" sldId="356"/>
        </pc:sldMkLst>
      </pc:sldChg>
      <pc:sldChg chg="modNotesTx">
        <pc:chgData name="Judson Santiago" userId="ebb108da2f256286" providerId="LiveId" clId="{7C0B14D6-626A-4F82-A235-39AC74DC5AFF}" dt="2022-08-23T14:39:08.728" v="2158" actId="20577"/>
        <pc:sldMkLst>
          <pc:docMk/>
          <pc:sldMk cId="2111910693" sldId="357"/>
        </pc:sldMkLst>
      </pc:sldChg>
      <pc:sldChg chg="modSp mod">
        <pc:chgData name="Judson Santiago" userId="ebb108da2f256286" providerId="LiveId" clId="{7C0B14D6-626A-4F82-A235-39AC74DC5AFF}" dt="2022-08-23T14:44:07.978" v="2173" actId="20577"/>
        <pc:sldMkLst>
          <pc:docMk/>
          <pc:sldMk cId="3381355498" sldId="358"/>
        </pc:sldMkLst>
        <pc:spChg chg="mod">
          <ac:chgData name="Judson Santiago" userId="ebb108da2f256286" providerId="LiveId" clId="{7C0B14D6-626A-4F82-A235-39AC74DC5AFF}" dt="2022-08-23T14:44:07.978" v="2173" actId="20577"/>
          <ac:spMkLst>
            <pc:docMk/>
            <pc:sldMk cId="3381355498" sldId="358"/>
            <ac:spMk id="3" creationId="{D9F79409-6C83-39EA-48EF-CEE4D5D6F514}"/>
          </ac:spMkLst>
        </pc:spChg>
      </pc:sldChg>
      <pc:sldMasterChg chg="addSp modSldLayout">
        <pc:chgData name="Judson Santiago" userId="ebb108da2f256286" providerId="LiveId" clId="{7C0B14D6-626A-4F82-A235-39AC74DC5AFF}" dt="2022-08-13T19:29:12.728" v="0"/>
        <pc:sldMasterMkLst>
          <pc:docMk/>
          <pc:sldMasterMk cId="4014152706" sldId="2147483729"/>
        </pc:sldMasterMkLst>
        <pc:spChg chg="add">
          <ac:chgData name="Judson Santiago" userId="ebb108da2f256286" providerId="LiveId" clId="{7C0B14D6-626A-4F82-A235-39AC74DC5AFF}" dt="2022-08-13T19:29:12.728" v="0"/>
          <ac:spMkLst>
            <pc:docMk/>
            <pc:sldMasterMk cId="4014152706" sldId="2147483729"/>
            <ac:spMk id="4" creationId="{390D65A2-822B-684C-AC73-362B6D0050A3}"/>
          </ac:spMkLst>
        </pc:spChg>
        <pc:grpChg chg="add">
          <ac:chgData name="Judson Santiago" userId="ebb108da2f256286" providerId="LiveId" clId="{7C0B14D6-626A-4F82-A235-39AC74DC5AFF}" dt="2022-08-13T19:29:12.728" v="0"/>
          <ac:grpSpMkLst>
            <pc:docMk/>
            <pc:sldMasterMk cId="4014152706" sldId="2147483729"/>
            <ac:grpSpMk id="6" creationId="{D6B8C961-7BF2-AFBC-4548-2242DF72C1C8}"/>
          </ac:grpSpMkLst>
        </pc:grpChg>
        <pc:cxnChg chg="add">
          <ac:chgData name="Judson Santiago" userId="ebb108da2f256286" providerId="LiveId" clId="{7C0B14D6-626A-4F82-A235-39AC74DC5AFF}" dt="2022-08-13T19:29:12.728" v="0"/>
          <ac:cxnSpMkLst>
            <pc:docMk/>
            <pc:sldMasterMk cId="4014152706" sldId="2147483729"/>
            <ac:cxnSpMk id="5" creationId="{FB2265FA-021A-4639-D590-CB96840803DE}"/>
          </ac:cxnSpMkLst>
        </pc:cxnChg>
        <pc:sldLayoutChg chg="addSp">
          <pc:chgData name="Judson Santiago" userId="ebb108da2f256286" providerId="LiveId" clId="{7C0B14D6-626A-4F82-A235-39AC74DC5AFF}" dt="2022-08-13T19:29:12.728" v="0"/>
          <pc:sldLayoutMkLst>
            <pc:docMk/>
            <pc:sldMasterMk cId="4014152706" sldId="2147483729"/>
            <pc:sldLayoutMk cId="2279870938" sldId="2147483730"/>
          </pc:sldLayoutMkLst>
          <pc:spChg chg="add">
            <ac:chgData name="Judson Santiago" userId="ebb108da2f256286" providerId="LiveId" clId="{7C0B14D6-626A-4F82-A235-39AC74DC5AFF}" dt="2022-08-13T19:29:12.728" v="0"/>
            <ac:spMkLst>
              <pc:docMk/>
              <pc:sldMasterMk cId="4014152706" sldId="2147483729"/>
              <pc:sldLayoutMk cId="2279870938" sldId="2147483730"/>
              <ac:spMk id="2" creationId="{997F7EC0-9AEF-8B72-72DE-3DCD517067FB}"/>
            </ac:spMkLst>
          </pc:spChg>
          <pc:picChg chg="add">
            <ac:chgData name="Judson Santiago" userId="ebb108da2f256286" providerId="LiveId" clId="{7C0B14D6-626A-4F82-A235-39AC74DC5AFF}" dt="2022-08-13T19:29:12.728" v="0"/>
            <ac:picMkLst>
              <pc:docMk/>
              <pc:sldMasterMk cId="4014152706" sldId="2147483729"/>
              <pc:sldLayoutMk cId="2279870938" sldId="2147483730"/>
              <ac:picMk id="3" creationId="{D83D9EAF-B8E3-8965-082B-FE58A4B3DF59}"/>
            </ac:picMkLst>
          </pc:picChg>
          <pc:cxnChg chg="add">
            <ac:chgData name="Judson Santiago" userId="ebb108da2f256286" providerId="LiveId" clId="{7C0B14D6-626A-4F82-A235-39AC74DC5AFF}" dt="2022-08-13T19:29:12.728" v="0"/>
            <ac:cxnSpMkLst>
              <pc:docMk/>
              <pc:sldMasterMk cId="4014152706" sldId="2147483729"/>
              <pc:sldLayoutMk cId="2279870938" sldId="2147483730"/>
              <ac:cxnSpMk id="4" creationId="{F6A58DF1-5E86-485A-9CF4-6FC314B324A2}"/>
            </ac:cxnSpMkLst>
          </pc:cxnChg>
        </pc:sldLayoutChg>
        <pc:sldLayoutChg chg="addSp">
          <pc:chgData name="Judson Santiago" userId="ebb108da2f256286" providerId="LiveId" clId="{7C0B14D6-626A-4F82-A235-39AC74DC5AFF}" dt="2022-08-13T19:29:12.728" v="0"/>
          <pc:sldLayoutMkLst>
            <pc:docMk/>
            <pc:sldMasterMk cId="4014152706" sldId="2147483729"/>
            <pc:sldLayoutMk cId="2127541138" sldId="2147483732"/>
          </pc:sldLayoutMkLst>
          <pc:grpChg chg="add">
            <ac:chgData name="Judson Santiago" userId="ebb108da2f256286" providerId="LiveId" clId="{7C0B14D6-626A-4F82-A235-39AC74DC5AFF}" dt="2022-08-13T19:29:12.728" v="0"/>
            <ac:grpSpMkLst>
              <pc:docMk/>
              <pc:sldMasterMk cId="4014152706" sldId="2147483729"/>
              <pc:sldLayoutMk cId="2127541138" sldId="2147483732"/>
              <ac:grpSpMk id="11" creationId="{715808B6-7538-E18B-EE13-28623670A081}"/>
            </ac:grpSpMkLst>
          </pc:grpChg>
        </pc:sldLayoutChg>
      </pc:sldMasterChg>
      <pc:sldMasterChg chg="addSp delSp mod modSldLayout">
        <pc:chgData name="Judson Santiago" userId="ebb108da2f256286" providerId="LiveId" clId="{7C0B14D6-626A-4F82-A235-39AC74DC5AFF}" dt="2022-08-23T22:57:05.118" v="2337" actId="478"/>
        <pc:sldMasterMkLst>
          <pc:docMk/>
          <pc:sldMasterMk cId="2203841173" sldId="2147483736"/>
        </pc:sldMasterMkLst>
        <pc:spChg chg="add">
          <ac:chgData name="Judson Santiago" userId="ebb108da2f256286" providerId="LiveId" clId="{7C0B14D6-626A-4F82-A235-39AC74DC5AFF}" dt="2022-08-13T19:29:59.172" v="2"/>
          <ac:spMkLst>
            <pc:docMk/>
            <pc:sldMasterMk cId="2203841173" sldId="2147483736"/>
            <ac:spMk id="4" creationId="{F8582E68-8BBC-908C-6743-305D7C4B76F1}"/>
          </ac:spMkLst>
        </pc:spChg>
        <pc:grpChg chg="del">
          <ac:chgData name="Judson Santiago" userId="ebb108da2f256286" providerId="LiveId" clId="{7C0B14D6-626A-4F82-A235-39AC74DC5AFF}" dt="2022-08-23T22:57:05.118" v="2337" actId="478"/>
          <ac:grpSpMkLst>
            <pc:docMk/>
            <pc:sldMasterMk cId="2203841173" sldId="2147483736"/>
            <ac:grpSpMk id="2" creationId="{7C3860F4-C9F7-4299-A697-AEA01C42E208}"/>
          </ac:grpSpMkLst>
        </pc:grpChg>
        <pc:grpChg chg="add del">
          <ac:chgData name="Judson Santiago" userId="ebb108da2f256286" providerId="LiveId" clId="{7C0B14D6-626A-4F82-A235-39AC74DC5AFF}" dt="2022-08-23T22:57:03.241" v="2336" actId="478"/>
          <ac:grpSpMkLst>
            <pc:docMk/>
            <pc:sldMasterMk cId="2203841173" sldId="2147483736"/>
            <ac:grpSpMk id="6" creationId="{ED384253-D22C-D2D9-6531-0BE9B1024C70}"/>
          </ac:grpSpMkLst>
        </pc:grpChg>
        <pc:cxnChg chg="add">
          <ac:chgData name="Judson Santiago" userId="ebb108da2f256286" providerId="LiveId" clId="{7C0B14D6-626A-4F82-A235-39AC74DC5AFF}" dt="2022-08-13T19:29:59.172" v="2"/>
          <ac:cxnSpMkLst>
            <pc:docMk/>
            <pc:sldMasterMk cId="2203841173" sldId="2147483736"/>
            <ac:cxnSpMk id="5" creationId="{B739AB20-EED1-3FB4-0435-478BDE21113D}"/>
          </ac:cxnSpMkLst>
        </pc:cxnChg>
        <pc:sldLayoutChg chg="addSp">
          <pc:chgData name="Judson Santiago" userId="ebb108da2f256286" providerId="LiveId" clId="{7C0B14D6-626A-4F82-A235-39AC74DC5AFF}" dt="2022-08-13T19:29:59.172" v="2"/>
          <pc:sldLayoutMkLst>
            <pc:docMk/>
            <pc:sldMasterMk cId="2203841173" sldId="2147483736"/>
            <pc:sldLayoutMk cId="898253466" sldId="2147483737"/>
          </pc:sldLayoutMkLst>
          <pc:spChg chg="add">
            <ac:chgData name="Judson Santiago" userId="ebb108da2f256286" providerId="LiveId" clId="{7C0B14D6-626A-4F82-A235-39AC74DC5AFF}" dt="2022-08-13T19:29:59.172" v="2"/>
            <ac:spMkLst>
              <pc:docMk/>
              <pc:sldMasterMk cId="2203841173" sldId="2147483736"/>
              <pc:sldLayoutMk cId="898253466" sldId="2147483737"/>
              <ac:spMk id="2" creationId="{50A4E050-9E74-6A82-5AAE-6DF6461D709A}"/>
            </ac:spMkLst>
          </pc:spChg>
          <pc:picChg chg="add">
            <ac:chgData name="Judson Santiago" userId="ebb108da2f256286" providerId="LiveId" clId="{7C0B14D6-626A-4F82-A235-39AC74DC5AFF}" dt="2022-08-13T19:29:59.172" v="2"/>
            <ac:picMkLst>
              <pc:docMk/>
              <pc:sldMasterMk cId="2203841173" sldId="2147483736"/>
              <pc:sldLayoutMk cId="898253466" sldId="2147483737"/>
              <ac:picMk id="3" creationId="{67713CBA-7FBA-59E9-131E-15AF7F84E423}"/>
            </ac:picMkLst>
          </pc:picChg>
          <pc:cxnChg chg="add">
            <ac:chgData name="Judson Santiago" userId="ebb108da2f256286" providerId="LiveId" clId="{7C0B14D6-626A-4F82-A235-39AC74DC5AFF}" dt="2022-08-13T19:29:59.172" v="2"/>
            <ac:cxnSpMkLst>
              <pc:docMk/>
              <pc:sldMasterMk cId="2203841173" sldId="2147483736"/>
              <pc:sldLayoutMk cId="898253466" sldId="2147483737"/>
              <ac:cxnSpMk id="4" creationId="{443A9957-DFDC-70F1-62E4-2CB06C622ED0}"/>
            </ac:cxnSpMkLst>
          </pc:cxnChg>
        </pc:sldLayoutChg>
        <pc:sldLayoutChg chg="addSp">
          <pc:chgData name="Judson Santiago" userId="ebb108da2f256286" providerId="LiveId" clId="{7C0B14D6-626A-4F82-A235-39AC74DC5AFF}" dt="2022-08-13T19:29:59.172" v="2"/>
          <pc:sldLayoutMkLst>
            <pc:docMk/>
            <pc:sldMasterMk cId="2203841173" sldId="2147483736"/>
            <pc:sldLayoutMk cId="3477828142" sldId="2147483739"/>
          </pc:sldLayoutMkLst>
          <pc:grpChg chg="add">
            <ac:chgData name="Judson Santiago" userId="ebb108da2f256286" providerId="LiveId" clId="{7C0B14D6-626A-4F82-A235-39AC74DC5AFF}" dt="2022-08-13T19:29:59.172" v="2"/>
            <ac:grpSpMkLst>
              <pc:docMk/>
              <pc:sldMasterMk cId="2203841173" sldId="2147483736"/>
              <pc:sldLayoutMk cId="3477828142" sldId="2147483739"/>
              <ac:grpSpMk id="11" creationId="{BCAC5BE3-0B5A-3B42-C1ED-9A285F341958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Nesta aula vamos ver o que são objetos e instâncias de uma classe, falar mais em detalhes sobre controle de acesso, encapsulamento e da relação entre classes e registros.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87564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última aula vimos que a classe encapsula e fornece acesso aos atributos através dos métodos.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5557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Vimos também como declarar uma classe. Vimos que as classes podem ter membros públicos e privados e estes membros podem ser dados ou funções.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87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objeto ocupa seu próprio espaço de memória e contém sua própria cópia dos atributos. Uma classe funciona como um novo tipo de dado criado pelo programador. Criar objetos é a mesma coisa de criar variáveis do tipo Jogo.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032824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» Mostrar que objetos ocupam espaços diferente de memória usando o operador de endereço.</a:t>
            </a:r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995779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Agora que temos objetos, podemos entrar em mais detalhes sobre o funcionamento das seções </a:t>
            </a:r>
            <a:r>
              <a:rPr lang="pt-BR" dirty="0" err="1"/>
              <a:t>public</a:t>
            </a:r>
            <a:r>
              <a:rPr lang="pt-BR" dirty="0"/>
              <a:t> e </a:t>
            </a:r>
            <a:r>
              <a:rPr lang="pt-BR" dirty="0" err="1"/>
              <a:t>private</a:t>
            </a:r>
            <a:r>
              <a:rPr lang="pt-BR" dirty="0"/>
              <a:t>, elas fornecem controle de acesso aos membros da classe. </a:t>
            </a:r>
            <a:br>
              <a:rPr lang="pt-BR" dirty="0"/>
            </a:br>
            <a:r>
              <a:rPr lang="pt-BR" dirty="0"/>
              <a:t>Tornar os dados públicos faz com que uma classe se torne um registro.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90259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Membros privados podem ser acessados também por meio de funções amigas (friend </a:t>
            </a:r>
            <a:r>
              <a:rPr lang="pt-BR" dirty="0" err="1"/>
              <a:t>functions</a:t>
            </a:r>
            <a:r>
              <a:rPr lang="pt-BR" dirty="0"/>
              <a:t>) mas isto será visto mais para frente.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734612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Apenas os métodos da classe Jogo podem chamar a função calcular( 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142032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.h colocamos a interface: declarações de registro e classes, protótipos de funções. No arquivo .</a:t>
            </a:r>
            <a:r>
              <a:rPr lang="pt-BR" dirty="0" err="1"/>
              <a:t>cpp</a:t>
            </a:r>
            <a:r>
              <a:rPr lang="pt-BR" dirty="0"/>
              <a:t> colocamos a implementação das funções.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69535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Podemos remover o atributo "custo" e calcular na hora de exibir e isso </a:t>
            </a:r>
            <a:r>
              <a:rPr lang="pt-BR" b="1" dirty="0"/>
              <a:t>não muda a interface </a:t>
            </a:r>
            <a:r>
              <a:rPr lang="pt-BR" dirty="0"/>
              <a:t>da classe.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52383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é a única distinção entre classes e registros em C++.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85722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a única diferença é o controle de acesso padrão para os membros, então registros podem conter funções? Sim.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8018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9600" dirty="0"/>
              <a:t>Objetos</a:t>
            </a:r>
            <a:endParaRPr lang="pt-BR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35AC5B1-9556-4C39-9D0B-D3DAE563C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classe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encapsula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atributos</a:t>
            </a:r>
          </a:p>
          <a:p>
            <a:pPr lvl="1"/>
            <a:r>
              <a:rPr lang="pt-BR" dirty="0"/>
              <a:t>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métodos</a:t>
            </a:r>
            <a:r>
              <a:rPr lang="pt-BR" dirty="0"/>
              <a:t> funcionam como uma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interface</a:t>
            </a:r>
          </a:p>
          <a:p>
            <a:pPr lvl="1"/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B1C6810B-6407-469D-86DF-EB65694980D7}"/>
              </a:ext>
            </a:extLst>
          </p:cNvPr>
          <p:cNvSpPr txBox="1"/>
          <p:nvPr/>
        </p:nvSpPr>
        <p:spPr>
          <a:xfrm>
            <a:off x="2198715" y="3034734"/>
            <a:ext cx="55500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6AB9B9-DC9A-44A3-A0EE-9AAED9CF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D45D90BC-3579-C2C8-1752-AB769E218FA7}"/>
              </a:ext>
            </a:extLst>
          </p:cNvPr>
          <p:cNvGrpSpPr/>
          <p:nvPr/>
        </p:nvGrpSpPr>
        <p:grpSpPr>
          <a:xfrm>
            <a:off x="8477437" y="2938060"/>
            <a:ext cx="2376264" cy="2546380"/>
            <a:chOff x="7536160" y="2940023"/>
            <a:chExt cx="2376264" cy="2546380"/>
          </a:xfrm>
        </p:grpSpPr>
        <p:sp>
          <p:nvSpPr>
            <p:cNvPr id="9" name="Retângulo: Cantos Superiores Arredondados 8">
              <a:extLst>
                <a:ext uri="{FF2B5EF4-FFF2-40B4-BE49-F238E27FC236}">
                  <a16:creationId xmlns:a16="http://schemas.microsoft.com/office/drawing/2014/main" xmlns="" id="{7708AF47-1A5F-CF4F-684B-477FC1F377DD}"/>
                </a:ext>
              </a:extLst>
            </p:cNvPr>
            <p:cNvSpPr/>
            <p:nvPr/>
          </p:nvSpPr>
          <p:spPr>
            <a:xfrm>
              <a:off x="7536160" y="3275767"/>
              <a:ext cx="2376264" cy="1449853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/>
            <a:lstStyle/>
            <a:p>
              <a:pPr algn="ctr"/>
              <a:endParaRPr lang="pt-BR"/>
            </a:p>
          </p:txBody>
        </p:sp>
        <p:sp>
          <p:nvSpPr>
            <p:cNvPr id="10" name="Retângulo: Cantos Superiores Arredondados 9">
              <a:extLst>
                <a:ext uri="{FF2B5EF4-FFF2-40B4-BE49-F238E27FC236}">
                  <a16:creationId xmlns:a16="http://schemas.microsoft.com/office/drawing/2014/main" xmlns="" id="{81821DE7-CD95-E5EB-4AEB-76AE08272608}"/>
                </a:ext>
              </a:extLst>
            </p:cNvPr>
            <p:cNvSpPr/>
            <p:nvPr/>
          </p:nvSpPr>
          <p:spPr>
            <a:xfrm>
              <a:off x="7696659" y="4121190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pt-BR" sz="1400"/>
            </a:p>
          </p:txBody>
        </p:sp>
        <p:sp>
          <p:nvSpPr>
            <p:cNvPr id="11" name="Seta: para Baixo 10">
              <a:extLst>
                <a:ext uri="{FF2B5EF4-FFF2-40B4-BE49-F238E27FC236}">
                  <a16:creationId xmlns:a16="http://schemas.microsoft.com/office/drawing/2014/main" xmlns="" id="{B12FD435-947E-1B19-86F4-6D00196A3E70}"/>
                </a:ext>
              </a:extLst>
            </p:cNvPr>
            <p:cNvSpPr/>
            <p:nvPr/>
          </p:nvSpPr>
          <p:spPr>
            <a:xfrm>
              <a:off x="8393918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: para Baixo 11">
              <a:extLst>
                <a:ext uri="{FF2B5EF4-FFF2-40B4-BE49-F238E27FC236}">
                  <a16:creationId xmlns:a16="http://schemas.microsoft.com/office/drawing/2014/main" xmlns="" id="{ED40A9CA-AE7B-91C8-186D-B10C7A236B27}"/>
                </a:ext>
              </a:extLst>
            </p:cNvPr>
            <p:cNvSpPr/>
            <p:nvPr/>
          </p:nvSpPr>
          <p:spPr>
            <a:xfrm rot="10800000">
              <a:off x="8775922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Superiores Arredondados 12">
              <a:extLst>
                <a:ext uri="{FF2B5EF4-FFF2-40B4-BE49-F238E27FC236}">
                  <a16:creationId xmlns:a16="http://schemas.microsoft.com/office/drawing/2014/main" xmlns="" id="{7A6308FA-870F-8794-75D0-DD726DDD4470}"/>
                </a:ext>
              </a:extLst>
            </p:cNvPr>
            <p:cNvSpPr/>
            <p:nvPr/>
          </p:nvSpPr>
          <p:spPr>
            <a:xfrm>
              <a:off x="8007529" y="3501564"/>
              <a:ext cx="143352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>
                  <a:solidFill>
                    <a:schemeClr val="bg1">
                      <a:lumMod val="75000"/>
                      <a:lumOff val="25000"/>
                    </a:schemeClr>
                  </a:solidFill>
                </a:rPr>
                <a:t>Atributos</a:t>
              </a:r>
              <a:endParaRPr lang="pt-BR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Retângulo: Cantos Superiores Arredondados 13">
              <a:extLst>
                <a:ext uri="{FF2B5EF4-FFF2-40B4-BE49-F238E27FC236}">
                  <a16:creationId xmlns:a16="http://schemas.microsoft.com/office/drawing/2014/main" xmlns="" id="{5C07D037-5C01-40EE-B488-C8618B7AA5DF}"/>
                </a:ext>
              </a:extLst>
            </p:cNvPr>
            <p:cNvSpPr/>
            <p:nvPr/>
          </p:nvSpPr>
          <p:spPr>
            <a:xfrm>
              <a:off x="7695128" y="4121191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Métodos</a:t>
              </a:r>
            </a:p>
          </p:txBody>
        </p:sp>
        <p:sp>
          <p:nvSpPr>
            <p:cNvPr id="15" name="Retângulo: Cantos Superiores Arredondados 14">
              <a:extLst>
                <a:ext uri="{FF2B5EF4-FFF2-40B4-BE49-F238E27FC236}">
                  <a16:creationId xmlns:a16="http://schemas.microsoft.com/office/drawing/2014/main" xmlns="" id="{E01D568F-E8CE-48C6-C3BF-29CF2E1E1A8C}"/>
                </a:ext>
              </a:extLst>
            </p:cNvPr>
            <p:cNvSpPr/>
            <p:nvPr/>
          </p:nvSpPr>
          <p:spPr>
            <a:xfrm>
              <a:off x="8040517" y="2940023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Jogo</a:t>
              </a:r>
            </a:p>
          </p:txBody>
        </p:sp>
        <p:sp>
          <p:nvSpPr>
            <p:cNvPr id="16" name="Retângulo: Cantos Superiores Arredondados 15">
              <a:extLst>
                <a:ext uri="{FF2B5EF4-FFF2-40B4-BE49-F238E27FC236}">
                  <a16:creationId xmlns:a16="http://schemas.microsoft.com/office/drawing/2014/main" xmlns="" id="{9FED2C23-315D-288A-B76F-954A000DD59A}"/>
                </a:ext>
              </a:extLst>
            </p:cNvPr>
            <p:cNvSpPr/>
            <p:nvPr/>
          </p:nvSpPr>
          <p:spPr>
            <a:xfrm>
              <a:off x="8080579" y="5126962"/>
              <a:ext cx="1287426" cy="359441"/>
            </a:xfrm>
            <a:prstGeom prst="round2SameRect">
              <a:avLst>
                <a:gd name="adj1" fmla="val 19855"/>
                <a:gd name="adj2" fmla="val 20662"/>
              </a:avLst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Programa</a:t>
              </a:r>
            </a:p>
          </p:txBody>
        </p:sp>
        <p:sp>
          <p:nvSpPr>
            <p:cNvPr id="17" name="Seta: para Baixo 16">
              <a:extLst>
                <a:ext uri="{FF2B5EF4-FFF2-40B4-BE49-F238E27FC236}">
                  <a16:creationId xmlns:a16="http://schemas.microsoft.com/office/drawing/2014/main" xmlns="" id="{C2CDE227-512F-1712-512E-DB2DABBD5C87}"/>
                </a:ext>
              </a:extLst>
            </p:cNvPr>
            <p:cNvSpPr/>
            <p:nvPr/>
          </p:nvSpPr>
          <p:spPr>
            <a:xfrm>
              <a:off x="8192795" y="4492679"/>
              <a:ext cx="484632" cy="634283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Seta: para Baixo 17">
              <a:extLst>
                <a:ext uri="{FF2B5EF4-FFF2-40B4-BE49-F238E27FC236}">
                  <a16:creationId xmlns:a16="http://schemas.microsoft.com/office/drawing/2014/main" xmlns="" id="{44BF3639-9256-9B5D-B51F-09F0A4E4AB51}"/>
                </a:ext>
              </a:extLst>
            </p:cNvPr>
            <p:cNvSpPr/>
            <p:nvPr/>
          </p:nvSpPr>
          <p:spPr>
            <a:xfrm rot="10800000">
              <a:off x="8847768" y="4492678"/>
              <a:ext cx="484632" cy="622235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294671185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DBDC846-7BA6-45DF-97A7-721A288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5A0FABAD-D7F5-8B11-CBE9-EA8BFDDFE1D7}"/>
              </a:ext>
            </a:extLst>
          </p:cNvPr>
          <p:cNvGrpSpPr/>
          <p:nvPr/>
        </p:nvGrpSpPr>
        <p:grpSpPr>
          <a:xfrm>
            <a:off x="1281546" y="1833370"/>
            <a:ext cx="9733573" cy="4540670"/>
            <a:chOff x="1281546" y="2060848"/>
            <a:chExt cx="9733573" cy="4540670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xmlns="" id="{7B129AF5-2109-4E7A-ACE9-CB62C846DCD6}"/>
                </a:ext>
              </a:extLst>
            </p:cNvPr>
            <p:cNvSpPr/>
            <p:nvPr/>
          </p:nvSpPr>
          <p:spPr>
            <a:xfrm>
              <a:off x="4286556" y="3455189"/>
              <a:ext cx="1296144" cy="947312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xmlns="" id="{091BAAA4-7CFD-4E32-8F58-13619C30C379}"/>
                </a:ext>
              </a:extLst>
            </p:cNvPr>
            <p:cNvSpPr/>
            <p:nvPr/>
          </p:nvSpPr>
          <p:spPr>
            <a:xfrm>
              <a:off x="4286555" y="4926972"/>
              <a:ext cx="4910467" cy="974243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xmlns="" id="{D417E6B8-000B-4F1E-822C-6DE8AF2094AC}"/>
                </a:ext>
              </a:extLst>
            </p:cNvPr>
            <p:cNvSpPr/>
            <p:nvPr/>
          </p:nvSpPr>
          <p:spPr>
            <a:xfrm>
              <a:off x="4148375" y="5848218"/>
              <a:ext cx="120124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lt1"/>
                </a:solidFill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06F5A032-B669-4592-9583-2C48119F9666}"/>
                </a:ext>
              </a:extLst>
            </p:cNvPr>
            <p:cNvSpPr/>
            <p:nvPr/>
          </p:nvSpPr>
          <p:spPr>
            <a:xfrm>
              <a:off x="4620524" y="2632154"/>
              <a:ext cx="47204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B080DB3F-51A5-4465-A7EE-FFFB3A608885}"/>
                </a:ext>
              </a:extLst>
            </p:cNvPr>
            <p:cNvSpPr/>
            <p:nvPr/>
          </p:nvSpPr>
          <p:spPr>
            <a:xfrm>
              <a:off x="4009315" y="2632154"/>
              <a:ext cx="584578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626DF06B-1A77-460F-AFE9-53D297A06FAC}"/>
                </a:ext>
              </a:extLst>
            </p:cNvPr>
            <p:cNvSpPr/>
            <p:nvPr/>
          </p:nvSpPr>
          <p:spPr>
            <a:xfrm>
              <a:off x="4007445" y="3072428"/>
              <a:ext cx="87652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766115F4-BF22-40A4-8ABB-A2D63DCEB99D}"/>
                </a:ext>
              </a:extLst>
            </p:cNvPr>
            <p:cNvSpPr/>
            <p:nvPr/>
          </p:nvSpPr>
          <p:spPr>
            <a:xfrm>
              <a:off x="4007445" y="4562920"/>
              <a:ext cx="797090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xmlns="" id="{AF7A74F6-3340-4B22-A445-C81A2A077236}"/>
                </a:ext>
              </a:extLst>
            </p:cNvPr>
            <p:cNvCxnSpPr/>
            <p:nvPr/>
          </p:nvCxnSpPr>
          <p:spPr>
            <a:xfrm>
              <a:off x="4300479" y="2416130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xmlns="" id="{E06AFA0F-E70C-4731-8A1E-F44C0E24AB5C}"/>
                </a:ext>
              </a:extLst>
            </p:cNvPr>
            <p:cNvCxnSpPr/>
            <p:nvPr/>
          </p:nvCxnSpPr>
          <p:spPr>
            <a:xfrm>
              <a:off x="4848691" y="2416130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77A45447-EBDB-4389-8C6B-0C6CF0B8931B}"/>
                </a:ext>
              </a:extLst>
            </p:cNvPr>
            <p:cNvSpPr txBox="1"/>
            <p:nvPr/>
          </p:nvSpPr>
          <p:spPr>
            <a:xfrm>
              <a:off x="2992482" y="2060848"/>
              <a:ext cx="1473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/>
                <a:t>Palavra-chave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F4CB5FE3-D11E-4EC5-B7A4-C9E434B963B0}"/>
                </a:ext>
              </a:extLst>
            </p:cNvPr>
            <p:cNvSpPr txBox="1"/>
            <p:nvPr/>
          </p:nvSpPr>
          <p:spPr>
            <a:xfrm>
              <a:off x="1281546" y="2718039"/>
              <a:ext cx="19269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/>
                <a:t>Seção de membros privados</a:t>
              </a:r>
              <a:br>
                <a:rPr lang="pt-BR"/>
              </a:br>
              <a:r>
                <a:rPr lang="pt-BR">
                  <a:solidFill>
                    <a:schemeClr val="accent3"/>
                  </a:solidFill>
                </a:rPr>
                <a:t>(encapsulamento)</a:t>
              </a:r>
            </a:p>
          </p:txBody>
        </p:sp>
        <p:cxnSp>
          <p:nvCxnSpPr>
            <p:cNvPr id="21" name="Conector: Angulado 20">
              <a:extLst>
                <a:ext uri="{FF2B5EF4-FFF2-40B4-BE49-F238E27FC236}">
                  <a16:creationId xmlns:a16="http://schemas.microsoft.com/office/drawing/2014/main" xmlns="" id="{0CF640C6-BA5A-4D24-9EF8-853AE20BE950}"/>
                </a:ext>
              </a:extLst>
            </p:cNvPr>
            <p:cNvCxnSpPr>
              <a:cxnSpLocks/>
              <a:stCxn id="42" idx="3"/>
              <a:endCxn id="3" idx="1"/>
            </p:cNvCxnSpPr>
            <p:nvPr/>
          </p:nvCxnSpPr>
          <p:spPr>
            <a:xfrm flipV="1">
              <a:off x="5582700" y="3008726"/>
              <a:ext cx="2889940" cy="920119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: Angulado 23">
              <a:extLst>
                <a:ext uri="{FF2B5EF4-FFF2-40B4-BE49-F238E27FC236}">
                  <a16:creationId xmlns:a16="http://schemas.microsoft.com/office/drawing/2014/main" xmlns="" id="{03D811BB-6A4E-49F4-AFE5-80B5772FBCCD}"/>
                </a:ext>
              </a:extLst>
            </p:cNvPr>
            <p:cNvCxnSpPr>
              <a:cxnSpLocks/>
              <a:stCxn id="43" idx="3"/>
              <a:endCxn id="3" idx="2"/>
            </p:cNvCxnSpPr>
            <p:nvPr/>
          </p:nvCxnSpPr>
          <p:spPr>
            <a:xfrm flipV="1">
              <a:off x="9197022" y="3633194"/>
              <a:ext cx="546858" cy="1780900"/>
            </a:xfrm>
            <a:prstGeom prst="bentConnector2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097BBF61-61AF-4722-B3FB-D1A09603C7AD}"/>
                </a:ext>
              </a:extLst>
            </p:cNvPr>
            <p:cNvSpPr txBox="1"/>
            <p:nvPr/>
          </p:nvSpPr>
          <p:spPr>
            <a:xfrm>
              <a:off x="4687720" y="2060848"/>
              <a:ext cx="1649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/>
                <a:t>Nome da classe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DB27B2C0-C545-4B60-8FB6-0C1766356BDC}"/>
                </a:ext>
              </a:extLst>
            </p:cNvPr>
            <p:cNvSpPr txBox="1"/>
            <p:nvPr/>
          </p:nvSpPr>
          <p:spPr>
            <a:xfrm>
              <a:off x="1281546" y="4208474"/>
              <a:ext cx="19269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Seção de membros públicos</a:t>
              </a:r>
              <a:br>
                <a:rPr lang="pt-BR" dirty="0"/>
              </a:br>
              <a:r>
                <a:rPr lang="pt-BR" dirty="0">
                  <a:solidFill>
                    <a:schemeClr val="accent3"/>
                  </a:solidFill>
                </a:rPr>
                <a:t>(interface)</a:t>
              </a:r>
            </a:p>
          </p:txBody>
        </p:sp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xmlns="" id="{F0FCDB65-06D9-421D-BA27-506845598DA3}"/>
                </a:ext>
              </a:extLst>
            </p:cNvPr>
            <p:cNvCxnSpPr>
              <a:cxnSpLocks/>
              <a:stCxn id="16" idx="3"/>
              <a:endCxn id="13" idx="1"/>
            </p:cNvCxnSpPr>
            <p:nvPr/>
          </p:nvCxnSpPr>
          <p:spPr>
            <a:xfrm flipV="1">
              <a:off x="3208506" y="3179647"/>
              <a:ext cx="798939" cy="57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xmlns="" id="{9DC392FE-DC4B-467A-8449-CE94D3772C62}"/>
                </a:ext>
              </a:extLst>
            </p:cNvPr>
            <p:cNvCxnSpPr>
              <a:cxnSpLocks/>
              <a:stCxn id="37" idx="3"/>
              <a:endCxn id="14" idx="1"/>
            </p:cNvCxnSpPr>
            <p:nvPr/>
          </p:nvCxnSpPr>
          <p:spPr>
            <a:xfrm>
              <a:off x="3208506" y="4670139"/>
              <a:ext cx="798939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xmlns="" id="{49EA7D23-8451-4EFA-946E-9C82CB069EF0}"/>
                </a:ext>
              </a:extLst>
            </p:cNvPr>
            <p:cNvSpPr txBox="1"/>
            <p:nvPr/>
          </p:nvSpPr>
          <p:spPr>
            <a:xfrm>
              <a:off x="4035029" y="6232186"/>
              <a:ext cx="1643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ponto e vírgula</a:t>
              </a:r>
            </a:p>
          </p:txBody>
        </p:sp>
        <p:cxnSp>
          <p:nvCxnSpPr>
            <p:cNvPr id="77" name="Conector reto 76">
              <a:extLst>
                <a:ext uri="{FF2B5EF4-FFF2-40B4-BE49-F238E27FC236}">
                  <a16:creationId xmlns:a16="http://schemas.microsoft.com/office/drawing/2014/main" xmlns="" id="{1B3C4856-2A99-4BF8-9159-58616F08DB51}"/>
                </a:ext>
              </a:extLst>
            </p:cNvPr>
            <p:cNvCxnSpPr/>
            <p:nvPr/>
          </p:nvCxnSpPr>
          <p:spPr>
            <a:xfrm>
              <a:off x="4211478" y="6062656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xmlns="" id="{9D5D8E71-0071-00E6-B1FB-3D8B41CE0D4B}"/>
                </a:ext>
              </a:extLst>
            </p:cNvPr>
            <p:cNvSpPr/>
            <p:nvPr/>
          </p:nvSpPr>
          <p:spPr>
            <a:xfrm>
              <a:off x="8472640" y="2384257"/>
              <a:ext cx="2542479" cy="1248937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8C6A5E6C-A7CE-4E66-8D4C-6C895798CEAC}"/>
                </a:ext>
              </a:extLst>
            </p:cNvPr>
            <p:cNvSpPr txBox="1"/>
            <p:nvPr/>
          </p:nvSpPr>
          <p:spPr>
            <a:xfrm>
              <a:off x="8562959" y="2524737"/>
              <a:ext cx="2347494" cy="967978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Membros da classe</a:t>
              </a:r>
              <a:r>
                <a:rPr lang="pt-BR" dirty="0"/>
                <a:t> podem ser </a:t>
              </a:r>
              <a:r>
                <a:rPr lang="pt-BR" b="1" dirty="0"/>
                <a:t>dados</a:t>
              </a:r>
              <a:r>
                <a:rPr lang="pt-BR" dirty="0"/>
                <a:t> </a:t>
              </a:r>
              <a:br>
                <a:rPr lang="pt-BR" dirty="0"/>
              </a:br>
              <a:r>
                <a:rPr lang="pt-BR" dirty="0"/>
                <a:t>ou </a:t>
              </a:r>
              <a:r>
                <a:rPr lang="pt-BR" b="1" dirty="0"/>
                <a:t>funções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A602AC89-F117-5B33-44AA-B0C61E69191B}"/>
                </a:ext>
              </a:extLst>
            </p:cNvPr>
            <p:cNvSpPr txBox="1"/>
            <p:nvPr/>
          </p:nvSpPr>
          <p:spPr>
            <a:xfrm>
              <a:off x="3969017" y="2582651"/>
              <a:ext cx="5256584" cy="35394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nome,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atualizar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811237324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75684E-68A5-41D0-BCF7-4EC10EBA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e Instâncias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9DD4FFF-AD21-47EB-B2E2-C0E3BC491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Uma vez declarada a classe, podemos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criar objetos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1240B8A3-8EB6-4984-B2D0-B759FC22C1FF}"/>
              </a:ext>
            </a:extLst>
          </p:cNvPr>
          <p:cNvSpPr txBox="1"/>
          <p:nvPr/>
        </p:nvSpPr>
        <p:spPr>
          <a:xfrm>
            <a:off x="1825817" y="2686185"/>
            <a:ext cx="26933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gears;</a:t>
            </a:r>
          </a:p>
          <a:p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doom;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xmlns="" id="{A3F79337-C77A-D92A-6244-371548897165}"/>
              </a:ext>
            </a:extLst>
          </p:cNvPr>
          <p:cNvGrpSpPr/>
          <p:nvPr/>
        </p:nvGrpSpPr>
        <p:grpSpPr>
          <a:xfrm>
            <a:off x="4727848" y="2725477"/>
            <a:ext cx="3600605" cy="3200648"/>
            <a:chOff x="4727848" y="2725477"/>
            <a:chExt cx="3600605" cy="3200648"/>
          </a:xfrm>
        </p:grpSpPr>
        <p:sp>
          <p:nvSpPr>
            <p:cNvPr id="44" name="Retângulo: Cantos Superiores Arredondados 43">
              <a:extLst>
                <a:ext uri="{FF2B5EF4-FFF2-40B4-BE49-F238E27FC236}">
                  <a16:creationId xmlns:a16="http://schemas.microsoft.com/office/drawing/2014/main" xmlns="" id="{5E267DE7-5166-4490-9EF3-2D9D10C3773D}"/>
                </a:ext>
              </a:extLst>
            </p:cNvPr>
            <p:cNvSpPr/>
            <p:nvPr/>
          </p:nvSpPr>
          <p:spPr>
            <a:xfrm rot="16200000">
              <a:off x="4577176" y="348496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45" name="Retângulo: Cantos Superiores Arredondados 44">
              <a:extLst>
                <a:ext uri="{FF2B5EF4-FFF2-40B4-BE49-F238E27FC236}">
                  <a16:creationId xmlns:a16="http://schemas.microsoft.com/office/drawing/2014/main" xmlns="" id="{8A97A0E4-4295-4A87-B11B-669FAEC958E3}"/>
                </a:ext>
              </a:extLst>
            </p:cNvPr>
            <p:cNvSpPr/>
            <p:nvPr/>
          </p:nvSpPr>
          <p:spPr>
            <a:xfrm rot="16200000">
              <a:off x="4581513" y="5201649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B49BC91F-463D-46EF-B575-F20899549061}"/>
                </a:ext>
              </a:extLst>
            </p:cNvPr>
            <p:cNvSpPr txBox="1"/>
            <p:nvPr/>
          </p:nvSpPr>
          <p:spPr>
            <a:xfrm>
              <a:off x="5738756" y="272547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xmlns="" id="{6707F95E-4E51-46FA-8EDF-7BDD0C2129F8}"/>
                </a:ext>
              </a:extLst>
            </p:cNvPr>
            <p:cNvSpPr/>
            <p:nvPr/>
          </p:nvSpPr>
          <p:spPr>
            <a:xfrm>
              <a:off x="5736165" y="306896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65FBBC9F-5AFF-4F2F-B747-68ED830EF55C}"/>
                </a:ext>
              </a:extLst>
            </p:cNvPr>
            <p:cNvSpPr/>
            <p:nvPr/>
          </p:nvSpPr>
          <p:spPr>
            <a:xfrm>
              <a:off x="5736165" y="33546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xmlns="" id="{B5A58FA5-351D-4D37-80F9-11E3EE1DE6FB}"/>
                </a:ext>
              </a:extLst>
            </p:cNvPr>
            <p:cNvSpPr/>
            <p:nvPr/>
          </p:nvSpPr>
          <p:spPr>
            <a:xfrm>
              <a:off x="5736165" y="364038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237F7573-AEF6-4FA8-AEAD-36A1F69E5E81}"/>
                </a:ext>
              </a:extLst>
            </p:cNvPr>
            <p:cNvSpPr/>
            <p:nvPr/>
          </p:nvSpPr>
          <p:spPr>
            <a:xfrm>
              <a:off x="5736165" y="392609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F555DC61-44F9-43C0-8DFA-26F3A6B60437}"/>
                </a:ext>
              </a:extLst>
            </p:cNvPr>
            <p:cNvSpPr/>
            <p:nvPr/>
          </p:nvSpPr>
          <p:spPr>
            <a:xfrm>
              <a:off x="5736165" y="4211812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E4ADC135-47A1-481D-8C79-A507266E1A8C}"/>
                </a:ext>
              </a:extLst>
            </p:cNvPr>
            <p:cNvSpPr/>
            <p:nvPr/>
          </p:nvSpPr>
          <p:spPr>
            <a:xfrm>
              <a:off x="5736165" y="4497525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812319F-03B7-4F83-BFAB-113947421D23}"/>
                </a:ext>
              </a:extLst>
            </p:cNvPr>
            <p:cNvSpPr/>
            <p:nvPr/>
          </p:nvSpPr>
          <p:spPr>
            <a:xfrm>
              <a:off x="5736165" y="4783238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7F31B305-7928-4FDB-85A4-2B4FA24AD054}"/>
                </a:ext>
              </a:extLst>
            </p:cNvPr>
            <p:cNvSpPr txBox="1"/>
            <p:nvPr/>
          </p:nvSpPr>
          <p:spPr>
            <a:xfrm>
              <a:off x="7440066" y="303486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gears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A1032CD0-21E1-474F-B769-C5EA5AE18B27}"/>
                </a:ext>
              </a:extLst>
            </p:cNvPr>
            <p:cNvSpPr txBox="1"/>
            <p:nvPr/>
          </p:nvSpPr>
          <p:spPr>
            <a:xfrm>
              <a:off x="5160101" y="308103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57050767-E9AE-44E1-AD1E-0478B562DCCC}"/>
                </a:ext>
              </a:extLst>
            </p:cNvPr>
            <p:cNvSpPr txBox="1"/>
            <p:nvPr/>
          </p:nvSpPr>
          <p:spPr>
            <a:xfrm>
              <a:off x="5160101" y="336417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35E28678-FBCC-4F4E-B79C-94A64188A363}"/>
                </a:ext>
              </a:extLst>
            </p:cNvPr>
            <p:cNvSpPr txBox="1"/>
            <p:nvPr/>
          </p:nvSpPr>
          <p:spPr>
            <a:xfrm>
              <a:off x="5160101" y="364731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2655C68F-C50C-4582-8837-F45573C7F2F2}"/>
                </a:ext>
              </a:extLst>
            </p:cNvPr>
            <p:cNvSpPr txBox="1"/>
            <p:nvPr/>
          </p:nvSpPr>
          <p:spPr>
            <a:xfrm>
              <a:off x="6886100" y="3068960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0xCB2B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E6B9C33C-6725-42FF-8CC0-160B2BB0DD1A}"/>
                </a:ext>
              </a:extLst>
            </p:cNvPr>
            <p:cNvSpPr txBox="1"/>
            <p:nvPr/>
          </p:nvSpPr>
          <p:spPr>
            <a:xfrm>
              <a:off x="6886100" y="3354673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0xCB2F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7EA6F8C9-4595-4FA7-B3EC-C4ECD5F94BE4}"/>
                </a:ext>
              </a:extLst>
            </p:cNvPr>
            <p:cNvSpPr txBox="1"/>
            <p:nvPr/>
          </p:nvSpPr>
          <p:spPr>
            <a:xfrm>
              <a:off x="6886100" y="3640386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0xCB33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67C94464-67D3-4FBB-8710-63A8807AC6E7}"/>
                </a:ext>
              </a:extLst>
            </p:cNvPr>
            <p:cNvSpPr txBox="1"/>
            <p:nvPr/>
          </p:nvSpPr>
          <p:spPr>
            <a:xfrm>
              <a:off x="6886100" y="3926099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0xCB37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D934451E-AE02-4572-B3A2-A0E25CD6CE37}"/>
                </a:ext>
              </a:extLst>
            </p:cNvPr>
            <p:cNvSpPr txBox="1"/>
            <p:nvPr/>
          </p:nvSpPr>
          <p:spPr>
            <a:xfrm>
              <a:off x="6886100" y="4211812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0xCB3B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055D4F32-3BF1-4880-A815-0A737B3C5541}"/>
                </a:ext>
              </a:extLst>
            </p:cNvPr>
            <p:cNvSpPr txBox="1"/>
            <p:nvPr/>
          </p:nvSpPr>
          <p:spPr>
            <a:xfrm>
              <a:off x="6886100" y="4497525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0xCB3F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150A67FF-6E74-4691-ADD1-E18EE7CDA56F}"/>
                </a:ext>
              </a:extLst>
            </p:cNvPr>
            <p:cNvSpPr txBox="1"/>
            <p:nvPr/>
          </p:nvSpPr>
          <p:spPr>
            <a:xfrm>
              <a:off x="6886100" y="4783238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0xCB43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02EFC803-B470-4930-839D-E72255E7C8C3}"/>
                </a:ext>
              </a:extLst>
            </p:cNvPr>
            <p:cNvSpPr txBox="1"/>
            <p:nvPr/>
          </p:nvSpPr>
          <p:spPr>
            <a:xfrm>
              <a:off x="5160101" y="393828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xmlns="" id="{54BB5DB5-2F5E-41AC-A7BA-6EC97BEBA7AD}"/>
                </a:ext>
              </a:extLst>
            </p:cNvPr>
            <p:cNvSpPr txBox="1"/>
            <p:nvPr/>
          </p:nvSpPr>
          <p:spPr>
            <a:xfrm>
              <a:off x="6896230" y="5068951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0xCB47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xmlns="" id="{A9467649-2305-42EC-90C1-174F50914D28}"/>
                </a:ext>
              </a:extLst>
            </p:cNvPr>
            <p:cNvSpPr txBox="1"/>
            <p:nvPr/>
          </p:nvSpPr>
          <p:spPr>
            <a:xfrm>
              <a:off x="6896230" y="5354664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0xCB4B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57533481-F948-41CA-BF5B-9EE31394E292}"/>
                </a:ext>
              </a:extLst>
            </p:cNvPr>
            <p:cNvSpPr txBox="1"/>
            <p:nvPr/>
          </p:nvSpPr>
          <p:spPr>
            <a:xfrm>
              <a:off x="6896230" y="564037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0xCB4F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xmlns="" id="{B552DD6D-8880-4373-9445-00564BE36829}"/>
                </a:ext>
              </a:extLst>
            </p:cNvPr>
            <p:cNvSpPr/>
            <p:nvPr/>
          </p:nvSpPr>
          <p:spPr>
            <a:xfrm>
              <a:off x="5736163" y="5068951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xmlns="" id="{78E4412B-08D0-4B62-B454-AB2B5814FC7B}"/>
                </a:ext>
              </a:extLst>
            </p:cNvPr>
            <p:cNvSpPr/>
            <p:nvPr/>
          </p:nvSpPr>
          <p:spPr>
            <a:xfrm>
              <a:off x="5736163" y="5354664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xmlns="" id="{3C93E16E-E819-4F55-A807-C5181247E6E7}"/>
                </a:ext>
              </a:extLst>
            </p:cNvPr>
            <p:cNvSpPr/>
            <p:nvPr/>
          </p:nvSpPr>
          <p:spPr>
            <a:xfrm>
              <a:off x="5736163" y="56403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5A8271FB-5099-4D29-B810-ED9ECBD69420}"/>
                </a:ext>
              </a:extLst>
            </p:cNvPr>
            <p:cNvSpPr txBox="1"/>
            <p:nvPr/>
          </p:nvSpPr>
          <p:spPr>
            <a:xfrm>
              <a:off x="7421760" y="4753421"/>
              <a:ext cx="7809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doom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E699FE59-F429-4705-B7BA-2E8912DE3424}"/>
                </a:ext>
              </a:extLst>
            </p:cNvPr>
            <p:cNvSpPr txBox="1"/>
            <p:nvPr/>
          </p:nvSpPr>
          <p:spPr>
            <a:xfrm>
              <a:off x="5160101" y="4799588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EDE3A5B0-FCEE-436E-B025-77D832175D23}"/>
                </a:ext>
              </a:extLst>
            </p:cNvPr>
            <p:cNvSpPr txBox="1"/>
            <p:nvPr/>
          </p:nvSpPr>
          <p:spPr>
            <a:xfrm>
              <a:off x="5160101" y="5082728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C3D7A462-9752-410F-BA0A-C63C6F134781}"/>
                </a:ext>
              </a:extLst>
            </p:cNvPr>
            <p:cNvSpPr txBox="1"/>
            <p:nvPr/>
          </p:nvSpPr>
          <p:spPr>
            <a:xfrm>
              <a:off x="5160101" y="5365868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82D1172E-681E-4AD9-97C0-518A86F92F24}"/>
                </a:ext>
              </a:extLst>
            </p:cNvPr>
            <p:cNvSpPr txBox="1"/>
            <p:nvPr/>
          </p:nvSpPr>
          <p:spPr>
            <a:xfrm>
              <a:off x="5160101" y="565684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xmlns="" id="{2DBEE75D-D7E4-4043-8ED6-4CCDC65E036C}"/>
                </a:ext>
              </a:extLst>
            </p:cNvPr>
            <p:cNvSpPr/>
            <p:nvPr/>
          </p:nvSpPr>
          <p:spPr>
            <a:xfrm>
              <a:off x="5016085" y="306403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xmlns="" id="{F6AE3D59-3D0D-42E2-BD68-B93125E4E4EC}"/>
                </a:ext>
              </a:extLst>
            </p:cNvPr>
            <p:cNvSpPr/>
            <p:nvPr/>
          </p:nvSpPr>
          <p:spPr>
            <a:xfrm>
              <a:off x="5015880" y="4780713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1" name="CaixaDeTexto 40">
            <a:extLst>
              <a:ext uri="{FF2B5EF4-FFF2-40B4-BE49-F238E27FC236}">
                <a16:creationId xmlns:a16="http://schemas.microsoft.com/office/drawing/2014/main" xmlns="" id="{A3382675-8065-4309-BA8E-44EF33531067}"/>
              </a:ext>
            </a:extLst>
          </p:cNvPr>
          <p:cNvSpPr txBox="1"/>
          <p:nvPr/>
        </p:nvSpPr>
        <p:spPr>
          <a:xfrm>
            <a:off x="8611942" y="3173772"/>
            <a:ext cx="1951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/>
              <a:t>Objeto / Instância </a:t>
            </a:r>
            <a:br>
              <a:rPr lang="pt-BR"/>
            </a:br>
            <a:r>
              <a:rPr lang="pt-BR"/>
              <a:t>da Classe Jogo</a:t>
            </a:r>
            <a:br>
              <a:rPr lang="pt-BR"/>
            </a:br>
            <a:r>
              <a:rPr lang="pt-BR">
                <a:solidFill>
                  <a:schemeClr val="accent3">
                    <a:lumMod val="60000"/>
                    <a:lumOff val="40000"/>
                  </a:schemeClr>
                </a:solidFill>
              </a:rPr>
              <a:t>(variável tipo Jogo)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xmlns="" id="{06D080F9-CA6F-486F-AF54-B0DC44BD02C1}"/>
              </a:ext>
            </a:extLst>
          </p:cNvPr>
          <p:cNvSpPr txBox="1"/>
          <p:nvPr/>
        </p:nvSpPr>
        <p:spPr>
          <a:xfrm>
            <a:off x="8611943" y="4882673"/>
            <a:ext cx="19513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Objeto / Instância </a:t>
            </a:r>
            <a:br>
              <a:rPr lang="pt-BR" dirty="0"/>
            </a:br>
            <a:r>
              <a:rPr lang="pt-BR" dirty="0"/>
              <a:t>da Classe Jogo</a:t>
            </a:r>
            <a:br>
              <a:rPr lang="pt-BR" dirty="0"/>
            </a:b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(variável tipo Jogo)</a:t>
            </a:r>
          </a:p>
        </p:txBody>
      </p:sp>
    </p:spTree>
    <p:extLst>
      <p:ext uri="{BB962C8B-B14F-4D97-AF65-F5344CB8AC3E}">
        <p14:creationId xmlns:p14="http://schemas.microsoft.com/office/powerpoint/2010/main" xmlns="" val="337395725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75684E-68A5-41D0-BCF7-4EC10EBA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Objetos e Instâncias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9DD4FFF-AD21-47EB-B2E2-C0E3BC491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Memória é alocada</a:t>
            </a:r>
            <a:r>
              <a:rPr lang="pt-BR" dirty="0"/>
              <a:t> apenas com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criação de objetos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Processo também é chamado de </a:t>
            </a:r>
            <a:r>
              <a:rPr lang="pt-BR" dirty="0">
                <a:solidFill>
                  <a:schemeClr val="accent3"/>
                </a:solidFill>
              </a:rPr>
              <a:t>instanciação</a:t>
            </a:r>
          </a:p>
          <a:p>
            <a:pPr lvl="1"/>
            <a:r>
              <a:rPr lang="pt-BR" dirty="0"/>
              <a:t>A declaração da classe não cria nada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C49C4C94-2B97-CC80-076E-06629A545388}"/>
              </a:ext>
            </a:extLst>
          </p:cNvPr>
          <p:cNvGrpSpPr/>
          <p:nvPr/>
        </p:nvGrpSpPr>
        <p:grpSpPr>
          <a:xfrm>
            <a:off x="7454346" y="3383226"/>
            <a:ext cx="3600605" cy="1772087"/>
            <a:chOff x="4727848" y="2725477"/>
            <a:chExt cx="3600605" cy="1772087"/>
          </a:xfrm>
        </p:grpSpPr>
        <p:sp>
          <p:nvSpPr>
            <p:cNvPr id="44" name="Retângulo: Cantos Superiores Arredondados 43">
              <a:extLst>
                <a:ext uri="{FF2B5EF4-FFF2-40B4-BE49-F238E27FC236}">
                  <a16:creationId xmlns:a16="http://schemas.microsoft.com/office/drawing/2014/main" xmlns="" id="{5E267DE7-5166-4490-9EF3-2D9D10C3773D}"/>
                </a:ext>
              </a:extLst>
            </p:cNvPr>
            <p:cNvSpPr/>
            <p:nvPr/>
          </p:nvSpPr>
          <p:spPr>
            <a:xfrm rot="16200000">
              <a:off x="4577176" y="348496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B49BC91F-463D-46EF-B575-F20899549061}"/>
                </a:ext>
              </a:extLst>
            </p:cNvPr>
            <p:cNvSpPr txBox="1"/>
            <p:nvPr/>
          </p:nvSpPr>
          <p:spPr>
            <a:xfrm>
              <a:off x="5738756" y="272547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/>
                <a:t>Memória</a:t>
              </a:r>
              <a:endParaRPr lang="pt-BR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xmlns="" id="{6707F95E-4E51-46FA-8EDF-7BDD0C2129F8}"/>
                </a:ext>
              </a:extLst>
            </p:cNvPr>
            <p:cNvSpPr/>
            <p:nvPr/>
          </p:nvSpPr>
          <p:spPr>
            <a:xfrm>
              <a:off x="5736165" y="306896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xmlns="" id="{65FBBC9F-5AFF-4F2F-B747-68ED830EF55C}"/>
                </a:ext>
              </a:extLst>
            </p:cNvPr>
            <p:cNvSpPr/>
            <p:nvPr/>
          </p:nvSpPr>
          <p:spPr>
            <a:xfrm>
              <a:off x="5736165" y="33546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xmlns="" id="{B5A58FA5-351D-4D37-80F9-11E3EE1DE6FB}"/>
                </a:ext>
              </a:extLst>
            </p:cNvPr>
            <p:cNvSpPr/>
            <p:nvPr/>
          </p:nvSpPr>
          <p:spPr>
            <a:xfrm>
              <a:off x="5736165" y="364038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237F7573-AEF6-4FA8-AEAD-36A1F69E5E81}"/>
                </a:ext>
              </a:extLst>
            </p:cNvPr>
            <p:cNvSpPr/>
            <p:nvPr/>
          </p:nvSpPr>
          <p:spPr>
            <a:xfrm>
              <a:off x="5736165" y="392609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F555DC61-44F9-43C0-8DFA-26F3A6B60437}"/>
                </a:ext>
              </a:extLst>
            </p:cNvPr>
            <p:cNvSpPr/>
            <p:nvPr/>
          </p:nvSpPr>
          <p:spPr>
            <a:xfrm>
              <a:off x="5736165" y="4211812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7F31B305-7928-4FDB-85A4-2B4FA24AD054}"/>
                </a:ext>
              </a:extLst>
            </p:cNvPr>
            <p:cNvSpPr txBox="1"/>
            <p:nvPr/>
          </p:nvSpPr>
          <p:spPr>
            <a:xfrm>
              <a:off x="7440066" y="303486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gears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A1032CD0-21E1-474F-B769-C5EA5AE18B27}"/>
                </a:ext>
              </a:extLst>
            </p:cNvPr>
            <p:cNvSpPr txBox="1"/>
            <p:nvPr/>
          </p:nvSpPr>
          <p:spPr>
            <a:xfrm>
              <a:off x="5160101" y="308103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57050767-E9AE-44E1-AD1E-0478B562DCCC}"/>
                </a:ext>
              </a:extLst>
            </p:cNvPr>
            <p:cNvSpPr txBox="1"/>
            <p:nvPr/>
          </p:nvSpPr>
          <p:spPr>
            <a:xfrm>
              <a:off x="5160101" y="336417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35E28678-FBCC-4F4E-B79C-94A64188A363}"/>
                </a:ext>
              </a:extLst>
            </p:cNvPr>
            <p:cNvSpPr txBox="1"/>
            <p:nvPr/>
          </p:nvSpPr>
          <p:spPr>
            <a:xfrm>
              <a:off x="5160101" y="364731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2655C68F-C50C-4582-8837-F45573C7F2F2}"/>
                </a:ext>
              </a:extLst>
            </p:cNvPr>
            <p:cNvSpPr txBox="1"/>
            <p:nvPr/>
          </p:nvSpPr>
          <p:spPr>
            <a:xfrm>
              <a:off x="6886100" y="3068960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0xCB2B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E6B9C33C-6725-42FF-8CC0-160B2BB0DD1A}"/>
                </a:ext>
              </a:extLst>
            </p:cNvPr>
            <p:cNvSpPr txBox="1"/>
            <p:nvPr/>
          </p:nvSpPr>
          <p:spPr>
            <a:xfrm>
              <a:off x="6886100" y="3354673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0xCB2F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7EA6F8C9-4595-4FA7-B3EC-C4ECD5F94BE4}"/>
                </a:ext>
              </a:extLst>
            </p:cNvPr>
            <p:cNvSpPr txBox="1"/>
            <p:nvPr/>
          </p:nvSpPr>
          <p:spPr>
            <a:xfrm>
              <a:off x="6886100" y="3640386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0xCB33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67C94464-67D3-4FBB-8710-63A8807AC6E7}"/>
                </a:ext>
              </a:extLst>
            </p:cNvPr>
            <p:cNvSpPr txBox="1"/>
            <p:nvPr/>
          </p:nvSpPr>
          <p:spPr>
            <a:xfrm>
              <a:off x="6886100" y="3926099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0xCB37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D934451E-AE02-4572-B3A2-A0E25CD6CE37}"/>
                </a:ext>
              </a:extLst>
            </p:cNvPr>
            <p:cNvSpPr txBox="1"/>
            <p:nvPr/>
          </p:nvSpPr>
          <p:spPr>
            <a:xfrm>
              <a:off x="6886100" y="4211812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0xCB3B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02EFC803-B470-4930-839D-E72255E7C8C3}"/>
                </a:ext>
              </a:extLst>
            </p:cNvPr>
            <p:cNvSpPr txBox="1"/>
            <p:nvPr/>
          </p:nvSpPr>
          <p:spPr>
            <a:xfrm>
              <a:off x="5160101" y="393828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xmlns="" id="{2DBEE75D-D7E4-4043-8ED6-4CCDC65E036C}"/>
                </a:ext>
              </a:extLst>
            </p:cNvPr>
            <p:cNvSpPr/>
            <p:nvPr/>
          </p:nvSpPr>
          <p:spPr>
            <a:xfrm>
              <a:off x="5016085" y="306403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90A4DF18-57C8-D9B3-7EFF-C8498242C0A2}"/>
              </a:ext>
            </a:extLst>
          </p:cNvPr>
          <p:cNvGrpSpPr/>
          <p:nvPr/>
        </p:nvGrpSpPr>
        <p:grpSpPr>
          <a:xfrm>
            <a:off x="2010801" y="3652636"/>
            <a:ext cx="5308824" cy="2178727"/>
            <a:chOff x="2010801" y="3652636"/>
            <a:chExt cx="5308824" cy="217872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xmlns="" id="{5A2074D9-6CB8-7640-CC1B-33098B9FBF73}"/>
                </a:ext>
              </a:extLst>
            </p:cNvPr>
            <p:cNvSpPr/>
            <p:nvPr/>
          </p:nvSpPr>
          <p:spPr>
            <a:xfrm>
              <a:off x="4976336" y="4131392"/>
              <a:ext cx="618066" cy="250094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97286DAA-571C-C806-188C-D6FF8C7461CB}"/>
                </a:ext>
              </a:extLst>
            </p:cNvPr>
            <p:cNvSpPr txBox="1"/>
            <p:nvPr/>
          </p:nvSpPr>
          <p:spPr>
            <a:xfrm>
              <a:off x="4151649" y="3658513"/>
              <a:ext cx="197964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gears 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1240B8A3-8EB6-4984-B2D0-B759FC22C1FF}"/>
                </a:ext>
              </a:extLst>
            </p:cNvPr>
            <p:cNvSpPr txBox="1"/>
            <p:nvPr/>
          </p:nvSpPr>
          <p:spPr>
            <a:xfrm>
              <a:off x="2010801" y="3652636"/>
              <a:ext cx="2693396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xmlns="" id="{0F738566-9EF9-395C-2D4D-B39C9F0EA1FE}"/>
                </a:ext>
              </a:extLst>
            </p:cNvPr>
            <p:cNvSpPr txBox="1"/>
            <p:nvPr/>
          </p:nvSpPr>
          <p:spPr>
            <a:xfrm>
              <a:off x="5565812" y="5000366"/>
              <a:ext cx="175381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Objeto / Instância </a:t>
              </a:r>
              <a:br>
                <a:rPr lang="pt-BR" sz="1600" dirty="0"/>
              </a:br>
              <a:r>
                <a:rPr lang="pt-BR" sz="1600" dirty="0"/>
                <a:t>da Classe Jogo</a:t>
              </a:r>
              <a:br>
                <a:rPr lang="pt-BR" sz="1600" dirty="0"/>
              </a:b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(variável tipo Jogo)</a:t>
              </a:r>
            </a:p>
          </p:txBody>
        </p:sp>
        <p:cxnSp>
          <p:nvCxnSpPr>
            <p:cNvPr id="47" name="Conector: Angulado 46">
              <a:extLst>
                <a:ext uri="{FF2B5EF4-FFF2-40B4-BE49-F238E27FC236}">
                  <a16:creationId xmlns:a16="http://schemas.microsoft.com/office/drawing/2014/main" xmlns="" id="{26D9C469-7E1D-4481-9C00-63764D9BFF68}"/>
                </a:ext>
              </a:extLst>
            </p:cNvPr>
            <p:cNvCxnSpPr>
              <a:cxnSpLocks/>
              <a:stCxn id="27" idx="1"/>
              <a:endCxn id="43" idx="2"/>
            </p:cNvCxnSpPr>
            <p:nvPr/>
          </p:nvCxnSpPr>
          <p:spPr>
            <a:xfrm rot="10800000">
              <a:off x="5285370" y="4381487"/>
              <a:ext cx="280443" cy="1034379"/>
            </a:xfrm>
            <a:prstGeom prst="bentConnector2">
              <a:avLst/>
            </a:prstGeom>
            <a:ln w="28575">
              <a:tailEnd type="triangle" w="lg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54432062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85941F-874B-3E58-06B4-2AEE64FC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Controle de 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5EA17BD-5618-F84E-4445-4B246A98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As palavras-chave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dirty="0"/>
              <a:t> e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dirty="0"/>
              <a:t> fornecem </a:t>
            </a:r>
            <a:br>
              <a:rPr lang="pt-BR" dirty="0"/>
            </a:br>
            <a:r>
              <a:rPr lang="pt-BR" dirty="0"/>
              <a:t>controle de acesso aos membros da classe</a:t>
            </a:r>
          </a:p>
          <a:p>
            <a:pPr lvl="1"/>
            <a:r>
              <a:rPr lang="pt-BR" sz="2400" dirty="0">
                <a:solidFill>
                  <a:schemeClr val="accent3"/>
                </a:solidFill>
              </a:rPr>
              <a:t>Public</a:t>
            </a:r>
            <a:r>
              <a:rPr lang="pt-BR" sz="2400" dirty="0"/>
              <a:t>: qualquer programa pode acessar </a:t>
            </a:r>
            <a:br>
              <a:rPr lang="pt-BR" sz="2400" dirty="0"/>
            </a:br>
            <a:r>
              <a:rPr lang="pt-BR" sz="2400" dirty="0"/>
              <a:t>diretamente os membros públicos </a:t>
            </a:r>
            <a:br>
              <a:rPr lang="pt-BR" sz="2400" dirty="0"/>
            </a:br>
            <a:r>
              <a:rPr lang="pt-BR" sz="2400" dirty="0"/>
              <a:t>através de um objeto da classe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44925253-152C-5F9B-4769-19645B87C3E9}"/>
              </a:ext>
            </a:extLst>
          </p:cNvPr>
          <p:cNvSpPr txBox="1"/>
          <p:nvPr/>
        </p:nvSpPr>
        <p:spPr>
          <a:xfrm>
            <a:off x="1996499" y="4408359"/>
            <a:ext cx="45825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.nome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 of War"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.custo =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.preco /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.horas;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E3C8B164-364D-C1B8-8F62-649FCAB938B8}"/>
              </a:ext>
            </a:extLst>
          </p:cNvPr>
          <p:cNvGrpSpPr/>
          <p:nvPr/>
        </p:nvGrpSpPr>
        <p:grpSpPr>
          <a:xfrm>
            <a:off x="7573381" y="2952185"/>
            <a:ext cx="4036013" cy="3178307"/>
            <a:chOff x="7157972" y="2896709"/>
            <a:chExt cx="4036013" cy="3178307"/>
          </a:xfrm>
        </p:grpSpPr>
        <p:sp>
          <p:nvSpPr>
            <p:cNvPr id="10" name="Retângulo: Cantos Arredondados 4">
              <a:extLst>
                <a:ext uri="{FF2B5EF4-FFF2-40B4-BE49-F238E27FC236}">
                  <a16:creationId xmlns:a16="http://schemas.microsoft.com/office/drawing/2014/main" xmlns="" id="{FCBCF97A-4218-5E1C-2BCA-97D905F9AF78}"/>
                </a:ext>
              </a:extLst>
            </p:cNvPr>
            <p:cNvSpPr/>
            <p:nvPr/>
          </p:nvSpPr>
          <p:spPr>
            <a:xfrm>
              <a:off x="7185803" y="4523643"/>
              <a:ext cx="793631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C05E2D4-7835-4110-6A8C-1529C8AC3365}"/>
                </a:ext>
              </a:extLst>
            </p:cNvPr>
            <p:cNvSpPr txBox="1"/>
            <p:nvPr/>
          </p:nvSpPr>
          <p:spPr>
            <a:xfrm>
              <a:off x="7157972" y="4043691"/>
              <a:ext cx="1856634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BB0CDE9B-D102-1D5E-13D7-C3280181645F}"/>
                </a:ext>
              </a:extLst>
            </p:cNvPr>
            <p:cNvSpPr txBox="1"/>
            <p:nvPr/>
          </p:nvSpPr>
          <p:spPr>
            <a:xfrm>
              <a:off x="9337351" y="4089821"/>
              <a:ext cx="1856634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struct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Seta Curva para Baixo 6">
              <a:extLst>
                <a:ext uri="{FF2B5EF4-FFF2-40B4-BE49-F238E27FC236}">
                  <a16:creationId xmlns:a16="http://schemas.microsoft.com/office/drawing/2014/main" xmlns="" id="{B25538D8-A5BF-9951-E99F-8C037EF3582B}"/>
                </a:ext>
              </a:extLst>
            </p:cNvPr>
            <p:cNvSpPr/>
            <p:nvPr/>
          </p:nvSpPr>
          <p:spPr>
            <a:xfrm>
              <a:off x="7410091" y="3312171"/>
              <a:ext cx="2512033" cy="731520"/>
            </a:xfrm>
            <a:prstGeom prst="curvedDownArrow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9EF2AAA0-CCB7-35AF-D9E2-F747962F741E}"/>
                </a:ext>
              </a:extLst>
            </p:cNvPr>
            <p:cNvSpPr txBox="1"/>
            <p:nvPr/>
          </p:nvSpPr>
          <p:spPr>
            <a:xfrm>
              <a:off x="7994580" y="2896709"/>
              <a:ext cx="12859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Equivalente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86809318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85941F-874B-3E58-06B4-2AEE64FC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Controle de 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5EA17BD-5618-F84E-4445-4B246A98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As palavras-chave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dirty="0"/>
              <a:t> e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dirty="0"/>
              <a:t> fornecem </a:t>
            </a:r>
            <a:br>
              <a:rPr lang="pt-BR" dirty="0"/>
            </a:br>
            <a:r>
              <a:rPr lang="pt-BR" dirty="0"/>
              <a:t>controle de acesso aos membros da classe</a:t>
            </a:r>
          </a:p>
          <a:p>
            <a:pPr lvl="1"/>
            <a:r>
              <a:rPr lang="pt-BR" sz="2400" dirty="0">
                <a:solidFill>
                  <a:schemeClr val="accent3"/>
                </a:solidFill>
              </a:rPr>
              <a:t>Private</a:t>
            </a:r>
            <a:r>
              <a:rPr lang="pt-BR" sz="2400" dirty="0"/>
              <a:t>: membros privados só podem </a:t>
            </a:r>
            <a:br>
              <a:rPr lang="pt-BR" sz="2400" dirty="0"/>
            </a:br>
            <a:r>
              <a:rPr lang="pt-BR" sz="2400" dirty="0"/>
              <a:t>ser acessados através dos métodos</a:t>
            </a:r>
            <a:br>
              <a:rPr lang="pt-BR" sz="2400" dirty="0"/>
            </a:br>
            <a:r>
              <a:rPr lang="pt-BR" sz="2400" dirty="0"/>
              <a:t>da classe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4DC2FE5C-DBAB-75FA-D438-3CC2AB3830BC}"/>
              </a:ext>
            </a:extLst>
          </p:cNvPr>
          <p:cNvGrpSpPr/>
          <p:nvPr/>
        </p:nvGrpSpPr>
        <p:grpSpPr>
          <a:xfrm>
            <a:off x="7617130" y="3069531"/>
            <a:ext cx="4163017" cy="3108543"/>
            <a:chOff x="7755146" y="3069531"/>
            <a:chExt cx="4163017" cy="3108543"/>
          </a:xfrm>
        </p:grpSpPr>
        <p:sp>
          <p:nvSpPr>
            <p:cNvPr id="12" name="Retângulo: Cantos Arredondados 4">
              <a:extLst>
                <a:ext uri="{FF2B5EF4-FFF2-40B4-BE49-F238E27FC236}">
                  <a16:creationId xmlns:a16="http://schemas.microsoft.com/office/drawing/2014/main" xmlns="" id="{19F86618-3C68-6817-EFB5-88ECB0035D8A}"/>
                </a:ext>
              </a:extLst>
            </p:cNvPr>
            <p:cNvSpPr/>
            <p:nvPr/>
          </p:nvSpPr>
          <p:spPr>
            <a:xfrm>
              <a:off x="7788728" y="4821005"/>
              <a:ext cx="793631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: Cantos Arredondados 4">
              <a:extLst>
                <a:ext uri="{FF2B5EF4-FFF2-40B4-BE49-F238E27FC236}">
                  <a16:creationId xmlns:a16="http://schemas.microsoft.com/office/drawing/2014/main" xmlns="" id="{FCBCF97A-4218-5E1C-2BCA-97D905F9AF78}"/>
                </a:ext>
              </a:extLst>
            </p:cNvPr>
            <p:cNvSpPr/>
            <p:nvPr/>
          </p:nvSpPr>
          <p:spPr>
            <a:xfrm>
              <a:off x="7788729" y="3549483"/>
              <a:ext cx="87219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C05E2D4-7835-4110-6A8C-1529C8AC3365}"/>
                </a:ext>
              </a:extLst>
            </p:cNvPr>
            <p:cNvSpPr txBox="1"/>
            <p:nvPr/>
          </p:nvSpPr>
          <p:spPr>
            <a:xfrm>
              <a:off x="7755146" y="3069531"/>
              <a:ext cx="4163017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</a:p>
            <a:p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titulo);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atualizar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6B4296D9-8548-91E5-FCA2-1DFD785EBBAF}"/>
              </a:ext>
            </a:extLst>
          </p:cNvPr>
          <p:cNvGrpSpPr/>
          <p:nvPr/>
        </p:nvGrpSpPr>
        <p:grpSpPr>
          <a:xfrm>
            <a:off x="1996499" y="4261174"/>
            <a:ext cx="4582580" cy="2031325"/>
            <a:chOff x="1996499" y="4408359"/>
            <a:chExt cx="4582580" cy="2031325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44925253-152C-5F9B-4769-19645B87C3E9}"/>
                </a:ext>
              </a:extLst>
            </p:cNvPr>
            <p:cNvSpPr txBox="1"/>
            <p:nvPr/>
          </p:nvSpPr>
          <p:spPr>
            <a:xfrm>
              <a:off x="1996499" y="4408359"/>
              <a:ext cx="458258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.nome =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"Gears of War"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340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"Gears of War"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  <a:p>
              <a:r>
                <a:rPr lang="pt-B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340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pic>
          <p:nvPicPr>
            <p:cNvPr id="14" name="Gráfico 13" descr="Fechar com preenchimento sólido">
              <a:extLst>
                <a:ext uri="{FF2B5EF4-FFF2-40B4-BE49-F238E27FC236}">
                  <a16:creationId xmlns:a16="http://schemas.microsoft.com/office/drawing/2014/main" xmlns="" id="{A71CFC18-7D07-834A-C93C-44DCBBA35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2242867" y="5110908"/>
              <a:ext cx="166781" cy="166781"/>
            </a:xfrm>
            <a:prstGeom prst="rect">
              <a:avLst/>
            </a:prstGeom>
          </p:spPr>
        </p:pic>
        <p:pic>
          <p:nvPicPr>
            <p:cNvPr id="16" name="Gráfico 15" descr="Marca de seleção com preenchimento sólido">
              <a:extLst>
                <a:ext uri="{FF2B5EF4-FFF2-40B4-BE49-F238E27FC236}">
                  <a16:creationId xmlns:a16="http://schemas.microsoft.com/office/drawing/2014/main" xmlns="" id="{C2EF1AE6-10CA-F7DB-3ABB-00871F69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242866" y="5781116"/>
              <a:ext cx="166781" cy="166781"/>
            </a:xfrm>
            <a:prstGeom prst="rect">
              <a:avLst/>
            </a:prstGeom>
          </p:spPr>
        </p:pic>
        <p:pic>
          <p:nvPicPr>
            <p:cNvPr id="17" name="Gráfico 16" descr="Fechar com preenchimento sólido">
              <a:extLst>
                <a:ext uri="{FF2B5EF4-FFF2-40B4-BE49-F238E27FC236}">
                  <a16:creationId xmlns:a16="http://schemas.microsoft.com/office/drawing/2014/main" xmlns="" id="{5CC044EA-88B2-B936-6108-1E1021552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2242866" y="5340630"/>
              <a:ext cx="166781" cy="166781"/>
            </a:xfrm>
            <a:prstGeom prst="rect">
              <a:avLst/>
            </a:prstGeom>
          </p:spPr>
        </p:pic>
        <p:pic>
          <p:nvPicPr>
            <p:cNvPr id="18" name="Gráfico 17" descr="Marca de seleção com preenchimento sólido">
              <a:extLst>
                <a:ext uri="{FF2B5EF4-FFF2-40B4-BE49-F238E27FC236}">
                  <a16:creationId xmlns:a16="http://schemas.microsoft.com/office/drawing/2014/main" xmlns="" id="{4A1DA11A-9D60-CDE7-C15F-6BE0094BB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242865" y="6011293"/>
              <a:ext cx="166781" cy="166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352770308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69CAE2-944D-BBB6-E959-AE51C01F8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29B66A2-5797-B02B-3BC1-B7513B2D5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membros privados</a:t>
            </a:r>
            <a:r>
              <a:rPr lang="pt-BR" dirty="0"/>
              <a:t> ficam </a:t>
            </a:r>
            <a:r>
              <a:rPr lang="pt-BR" dirty="0">
                <a:solidFill>
                  <a:schemeClr val="accent3"/>
                </a:solidFill>
              </a:rPr>
              <a:t>ocultos</a:t>
            </a:r>
            <a:r>
              <a:rPr lang="pt-BR" dirty="0"/>
              <a:t> ao mundo exterior</a:t>
            </a:r>
          </a:p>
          <a:p>
            <a:pPr lvl="1"/>
            <a:r>
              <a:rPr lang="pt-BR" dirty="0"/>
              <a:t>Isso é chamado de </a:t>
            </a:r>
            <a:r>
              <a:rPr lang="pt-BR" i="1" dirty="0">
                <a:solidFill>
                  <a:schemeClr val="accent3">
                    <a:lumMod val="75000"/>
                  </a:schemeClr>
                </a:solidFill>
              </a:rPr>
              <a:t>Data Hiding</a:t>
            </a:r>
          </a:p>
          <a:p>
            <a:pPr lvl="2"/>
            <a:r>
              <a:rPr lang="pt-BR" dirty="0"/>
              <a:t>É uma </a:t>
            </a:r>
            <a:r>
              <a:rPr lang="pt-BR" dirty="0">
                <a:solidFill>
                  <a:schemeClr val="accent3"/>
                </a:solidFill>
              </a:rPr>
              <a:t>boa prática</a:t>
            </a:r>
            <a:r>
              <a:rPr lang="pt-BR" dirty="0"/>
              <a:t> de programação</a:t>
            </a:r>
          </a:p>
          <a:p>
            <a:pPr lvl="2"/>
            <a:r>
              <a:rPr lang="pt-BR" dirty="0"/>
              <a:t>Preserva a integridade dos dados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DCDC5DD4-0BAD-291F-44DE-98073FCCED16}"/>
              </a:ext>
            </a:extLst>
          </p:cNvPr>
          <p:cNvGrpSpPr/>
          <p:nvPr/>
        </p:nvGrpSpPr>
        <p:grpSpPr>
          <a:xfrm>
            <a:off x="7410096" y="2680839"/>
            <a:ext cx="4218395" cy="3108543"/>
            <a:chOff x="7755146" y="3069531"/>
            <a:chExt cx="4218395" cy="3108543"/>
          </a:xfrm>
        </p:grpSpPr>
        <p:sp>
          <p:nvSpPr>
            <p:cNvPr id="6" name="Retângulo: Cantos Arredondados 4">
              <a:extLst>
                <a:ext uri="{FF2B5EF4-FFF2-40B4-BE49-F238E27FC236}">
                  <a16:creationId xmlns:a16="http://schemas.microsoft.com/office/drawing/2014/main" xmlns="" id="{1515ADBD-4237-43B2-0196-B312C720FD06}"/>
                </a:ext>
              </a:extLst>
            </p:cNvPr>
            <p:cNvSpPr/>
            <p:nvPr/>
          </p:nvSpPr>
          <p:spPr>
            <a:xfrm>
              <a:off x="7788728" y="4821005"/>
              <a:ext cx="793631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4">
              <a:extLst>
                <a:ext uri="{FF2B5EF4-FFF2-40B4-BE49-F238E27FC236}">
                  <a16:creationId xmlns:a16="http://schemas.microsoft.com/office/drawing/2014/main" xmlns="" id="{41435A90-EDD4-3C72-4265-6B946CE98F5D}"/>
                </a:ext>
              </a:extLst>
            </p:cNvPr>
            <p:cNvSpPr/>
            <p:nvPr/>
          </p:nvSpPr>
          <p:spPr>
            <a:xfrm>
              <a:off x="7788729" y="3549483"/>
              <a:ext cx="87219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011ED613-14AE-F947-D567-CCF15AABC4A5}"/>
                </a:ext>
              </a:extLst>
            </p:cNvPr>
            <p:cNvSpPr txBox="1"/>
            <p:nvPr/>
          </p:nvSpPr>
          <p:spPr>
            <a:xfrm>
              <a:off x="7755146" y="3069531"/>
              <a:ext cx="4218395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</a:p>
            <a:p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titulo);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atualizar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11A683A0-65D9-EBED-4013-31EA2BDD8F92}"/>
              </a:ext>
            </a:extLst>
          </p:cNvPr>
          <p:cNvGrpSpPr/>
          <p:nvPr/>
        </p:nvGrpSpPr>
        <p:grpSpPr>
          <a:xfrm>
            <a:off x="2291575" y="4035056"/>
            <a:ext cx="4232865" cy="1754326"/>
            <a:chOff x="2291575" y="4035056"/>
            <a:chExt cx="4232865" cy="175432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xmlns="" id="{1E8DAED4-9EB1-8EBE-299C-F3FE7D69C5C0}"/>
                </a:ext>
              </a:extLst>
            </p:cNvPr>
            <p:cNvSpPr/>
            <p:nvPr/>
          </p:nvSpPr>
          <p:spPr>
            <a:xfrm>
              <a:off x="2461398" y="4035056"/>
              <a:ext cx="4063042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apenas modifica as horas</a:t>
              </a:r>
            </a:p>
            <a:p>
              <a:r>
                <a:rPr lang="pt-BR" dirty="0" err="1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= 340;</a:t>
              </a:r>
              <a:b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modifica horas e garante</a:t>
              </a:r>
              <a:b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que o custo será atualizado</a:t>
              </a:r>
              <a:r>
                <a:rPr lang="pt-BR" dirty="0">
                  <a:solidFill>
                    <a:schemeClr val="bg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dirty="0">
                  <a:solidFill>
                    <a:schemeClr val="bg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 err="1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gears</a:t>
              </a:r>
              <a:r>
                <a:rPr lang="pt-BR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</a:t>
              </a:r>
              <a:r>
                <a:rPr lang="pt-BR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(340);</a:t>
              </a:r>
              <a:endParaRPr lang="pt-BR" dirty="0"/>
            </a:p>
          </p:txBody>
        </p:sp>
        <p:pic>
          <p:nvPicPr>
            <p:cNvPr id="9" name="Gráfico 8" descr="Marca de seleção com preenchimento sólido">
              <a:extLst>
                <a:ext uri="{FF2B5EF4-FFF2-40B4-BE49-F238E27FC236}">
                  <a16:creationId xmlns:a16="http://schemas.microsoft.com/office/drawing/2014/main" xmlns="" id="{7DE8920C-C988-3D37-9FAD-8CF0A06C3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2291575" y="5539576"/>
              <a:ext cx="166781" cy="166781"/>
            </a:xfrm>
            <a:prstGeom prst="rect">
              <a:avLst/>
            </a:prstGeom>
          </p:spPr>
        </p:pic>
        <p:pic>
          <p:nvPicPr>
            <p:cNvPr id="10" name="Gráfico 9" descr="Fechar com preenchimento sólido">
              <a:extLst>
                <a:ext uri="{FF2B5EF4-FFF2-40B4-BE49-F238E27FC236}">
                  <a16:creationId xmlns:a16="http://schemas.microsoft.com/office/drawing/2014/main" xmlns="" id="{B0165299-5499-4509-832C-A6DE0D4AC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2291575" y="4438723"/>
              <a:ext cx="166781" cy="166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08987922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55234F8-D571-C259-C894-5CC7058F6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</a:t>
            </a:r>
            <a:r>
              <a:rPr lang="pt-BR" dirty="0"/>
              <a:t> também podem ser </a:t>
            </a:r>
            <a:r>
              <a:rPr lang="pt-BR" dirty="0">
                <a:solidFill>
                  <a:schemeClr val="accent3"/>
                </a:solidFill>
              </a:rPr>
              <a:t>ocultadas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5697A7E0-D051-9995-1F65-1B5AAF9CBBB4}"/>
              </a:ext>
            </a:extLst>
          </p:cNvPr>
          <p:cNvSpPr/>
          <p:nvPr/>
        </p:nvSpPr>
        <p:spPr>
          <a:xfrm>
            <a:off x="2000821" y="4246385"/>
            <a:ext cx="4047600" cy="5531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7B559F33-F8A1-9144-CABF-8F5294F4F22A}"/>
              </a:ext>
            </a:extLst>
          </p:cNvPr>
          <p:cNvSpPr txBox="1"/>
          <p:nvPr/>
        </p:nvSpPr>
        <p:spPr>
          <a:xfrm>
            <a:off x="1709232" y="2547879"/>
            <a:ext cx="550783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{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custo = preco/horas; 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pt-BR" sz="14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AC79837-D066-B5CB-D40B-302B89F4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Acesso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550A660A-5B18-1574-88EE-E02353C2864B}"/>
              </a:ext>
            </a:extLst>
          </p:cNvPr>
          <p:cNvSpPr txBox="1"/>
          <p:nvPr/>
        </p:nvSpPr>
        <p:spPr>
          <a:xfrm>
            <a:off x="7144001" y="3186506"/>
            <a:ext cx="4047599" cy="1580794"/>
          </a:xfrm>
          <a:prstGeom prst="roundRect">
            <a:avLst>
              <a:gd name="adj" fmla="val 7339"/>
            </a:avLst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lIns="180000" tIns="144000" rIns="180000" bIns="144000" rtlCol="0">
            <a:spAutoFit/>
          </a:bodyPr>
          <a:lstStyle/>
          <a:p>
            <a:pPr algn="ctr"/>
            <a:r>
              <a:rPr lang="pt-BR" sz="2000" dirty="0"/>
              <a:t>Tipicamente lidam com </a:t>
            </a:r>
            <a:r>
              <a:rPr lang="pt-BR" sz="2000" dirty="0">
                <a:solidFill>
                  <a:schemeClr val="accent3"/>
                </a:solidFill>
              </a:rPr>
              <a:t>detalhes de implementação</a:t>
            </a:r>
            <a:r>
              <a:rPr lang="pt-BR" sz="2000" dirty="0"/>
              <a:t> que não fazem parte da </a:t>
            </a:r>
            <a:r>
              <a:rPr lang="pt-BR" sz="2000" dirty="0">
                <a:solidFill>
                  <a:schemeClr val="accent3">
                    <a:lumMod val="75000"/>
                  </a:schemeClr>
                </a:solidFill>
              </a:rPr>
              <a:t>interface pública </a:t>
            </a:r>
            <a:r>
              <a:rPr lang="pt-BR" sz="2000" dirty="0"/>
              <a:t>da classe.</a:t>
            </a:r>
          </a:p>
        </p:txBody>
      </p:sp>
    </p:spTree>
    <p:extLst>
      <p:ext uri="{BB962C8B-B14F-4D97-AF65-F5344CB8AC3E}">
        <p14:creationId xmlns:p14="http://schemas.microsoft.com/office/powerpoint/2010/main" xmlns="" val="9749128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xmlns="" id="{6D17488B-0581-F3EB-D69B-1BD3B2228602}"/>
              </a:ext>
            </a:extLst>
          </p:cNvPr>
          <p:cNvSpPr/>
          <p:nvPr/>
        </p:nvSpPr>
        <p:spPr>
          <a:xfrm>
            <a:off x="6762096" y="3416720"/>
            <a:ext cx="1396134" cy="932242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xmlns="" id="{9AC6756A-5658-AEF8-5D41-8FD865E23265}"/>
              </a:ext>
            </a:extLst>
          </p:cNvPr>
          <p:cNvSpPr/>
          <p:nvPr/>
        </p:nvSpPr>
        <p:spPr>
          <a:xfrm>
            <a:off x="6762096" y="4456757"/>
            <a:ext cx="2783346" cy="1176826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EE281D-CD68-430F-7431-D73AC30B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99C633F-D929-D9B7-E82E-5DA51D7F8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</a:t>
            </a:r>
            <a:r>
              <a:rPr lang="pt-BR" b="1" dirty="0"/>
              <a:t>métodos</a:t>
            </a:r>
            <a:r>
              <a:rPr lang="pt-BR" dirty="0"/>
              <a:t> podem acessar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funções ou dados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privados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5465B24F-AB42-21A8-CC61-43A6D0698A55}"/>
              </a:ext>
            </a:extLst>
          </p:cNvPr>
          <p:cNvSpPr txBox="1"/>
          <p:nvPr/>
        </p:nvSpPr>
        <p:spPr>
          <a:xfrm>
            <a:off x="1954558" y="2754126"/>
            <a:ext cx="478969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atualiza valor do jogo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6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adiciona tempo de jogo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horas = horas + </a:t>
            </a:r>
            <a:r>
              <a:rPr lang="pt-BR" sz="16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D6C86F85-A2AD-6B80-61D9-3CCCCEFB5FD2}"/>
              </a:ext>
            </a:extLst>
          </p:cNvPr>
          <p:cNvSpPr txBox="1"/>
          <p:nvPr/>
        </p:nvSpPr>
        <p:spPr>
          <a:xfrm>
            <a:off x="6481089" y="2540023"/>
            <a:ext cx="43927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{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custo = preco/horas;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286030637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550A180-DF34-D362-9B78-5A90AA72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E41193C-BA89-B8D4-BF07-B52C041FB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encapsulamento</a:t>
            </a:r>
            <a:r>
              <a:rPr lang="pt-BR" dirty="0"/>
              <a:t> se manifesta através da:</a:t>
            </a:r>
          </a:p>
          <a:p>
            <a:pPr lvl="1"/>
            <a:r>
              <a:rPr lang="pt-BR" dirty="0"/>
              <a:t>Ocultação de </a:t>
            </a:r>
            <a:r>
              <a:rPr lang="pt-BR" dirty="0">
                <a:solidFill>
                  <a:schemeClr val="accent3"/>
                </a:solidFill>
              </a:rPr>
              <a:t>dados</a:t>
            </a:r>
          </a:p>
          <a:p>
            <a:pPr lvl="1"/>
            <a:r>
              <a:rPr lang="pt-BR" dirty="0"/>
              <a:t>Ocultação de </a:t>
            </a:r>
            <a:r>
              <a:rPr lang="pt-BR" dirty="0">
                <a:solidFill>
                  <a:schemeClr val="accent3"/>
                </a:solidFill>
              </a:rPr>
              <a:t>funções</a:t>
            </a:r>
          </a:p>
          <a:p>
            <a:pPr lvl="1"/>
            <a:endParaRPr lang="pt-BR" dirty="0"/>
          </a:p>
          <a:p>
            <a:r>
              <a:rPr lang="pt-BR" dirty="0"/>
              <a:t>Mas em C++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separação de código </a:t>
            </a:r>
            <a:r>
              <a:rPr lang="pt-BR" dirty="0"/>
              <a:t>também é </a:t>
            </a:r>
            <a:br>
              <a:rPr lang="pt-BR" dirty="0"/>
            </a:br>
            <a:r>
              <a:rPr lang="pt-BR" dirty="0"/>
              <a:t>uma forma de encapsulamento:</a:t>
            </a:r>
          </a:p>
          <a:p>
            <a:pPr lvl="2"/>
            <a:r>
              <a:rPr lang="pt-BR">
                <a:solidFill>
                  <a:schemeClr val="accent3"/>
                </a:solidFill>
              </a:rPr>
              <a:t>Interface</a:t>
            </a:r>
            <a:r>
              <a:rPr lang="pt-BR" dirty="0"/>
              <a:t>: arquivo .h</a:t>
            </a:r>
          </a:p>
          <a:p>
            <a:pPr lvl="2"/>
            <a:r>
              <a:rPr lang="pt-BR" dirty="0">
                <a:solidFill>
                  <a:schemeClr val="accent3"/>
                </a:solidFill>
              </a:rPr>
              <a:t>Implementação</a:t>
            </a:r>
            <a:r>
              <a:rPr lang="pt-BR" dirty="0"/>
              <a:t>: arquivo .</a:t>
            </a:r>
            <a:r>
              <a:rPr lang="pt-BR" dirty="0" err="1"/>
              <a:t>cpp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301237362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290EB6-BDDD-0FE0-12B3-B567C27E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12E9E562-5028-0BF6-3F20-F64A232D3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Benefícios</a:t>
            </a:r>
            <a:r>
              <a:rPr lang="pt-BR" dirty="0"/>
              <a:t> do encapsulamento</a:t>
            </a:r>
          </a:p>
          <a:p>
            <a:pPr lvl="1"/>
            <a:r>
              <a:rPr lang="pt-BR" dirty="0"/>
              <a:t>Não é preciso conhecer os </a:t>
            </a:r>
            <a:r>
              <a:rPr lang="pt-BR" dirty="0">
                <a:solidFill>
                  <a:schemeClr val="accent3"/>
                </a:solidFill>
              </a:rPr>
              <a:t>detalhes de implementação</a:t>
            </a:r>
          </a:p>
          <a:p>
            <a:pPr lvl="2"/>
            <a:r>
              <a:rPr lang="pt-BR" dirty="0"/>
              <a:t>O custo do jogo é armazenado? </a:t>
            </a:r>
          </a:p>
          <a:p>
            <a:pPr lvl="2"/>
            <a:r>
              <a:rPr lang="pt-BR" dirty="0"/>
              <a:t>Ou calculado na hora da exibição?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A36931A-90A8-1A34-0E0A-D899D7EA2FAB}"/>
              </a:ext>
            </a:extLst>
          </p:cNvPr>
          <p:cNvSpPr txBox="1"/>
          <p:nvPr/>
        </p:nvSpPr>
        <p:spPr>
          <a:xfrm>
            <a:off x="2248950" y="3922774"/>
            <a:ext cx="47896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exibe os dados de um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custo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DE229324-06A3-E3AD-4B22-63A708689ED4}"/>
              </a:ext>
            </a:extLst>
          </p:cNvPr>
          <p:cNvGrpSpPr/>
          <p:nvPr/>
        </p:nvGrpSpPr>
        <p:grpSpPr>
          <a:xfrm>
            <a:off x="7470438" y="3161983"/>
            <a:ext cx="2693396" cy="2800767"/>
            <a:chOff x="7631015" y="3224430"/>
            <a:chExt cx="2693396" cy="280076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2B98FD94-0BA8-F0BF-CA7E-F6D5866FF1CD}"/>
                </a:ext>
              </a:extLst>
            </p:cNvPr>
            <p:cNvSpPr/>
            <p:nvPr/>
          </p:nvSpPr>
          <p:spPr>
            <a:xfrm>
              <a:off x="7903981" y="4201766"/>
              <a:ext cx="1619161" cy="1110675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A915222A-0707-C8DC-D7FE-4DB4937CEEB5}"/>
                </a:ext>
              </a:extLst>
            </p:cNvPr>
            <p:cNvSpPr txBox="1"/>
            <p:nvPr/>
          </p:nvSpPr>
          <p:spPr>
            <a:xfrm>
              <a:off x="7631015" y="3224430"/>
              <a:ext cx="2693396" cy="2800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7643729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xmlns="" id="{2B98FD94-0BA8-F0BF-CA7E-F6D5866FF1CD}"/>
              </a:ext>
            </a:extLst>
          </p:cNvPr>
          <p:cNvSpPr/>
          <p:nvPr/>
        </p:nvSpPr>
        <p:spPr>
          <a:xfrm>
            <a:off x="9287612" y="4331120"/>
            <a:ext cx="1619161" cy="865348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12E9E562-5028-0BF6-3F20-F64A232D3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Benefícios</a:t>
            </a:r>
            <a:r>
              <a:rPr lang="pt-BR" dirty="0"/>
              <a:t> do encapsulamento</a:t>
            </a:r>
          </a:p>
          <a:p>
            <a:pPr lvl="1"/>
            <a:r>
              <a:rPr lang="pt-BR" dirty="0"/>
              <a:t>Poder </a:t>
            </a:r>
            <a:r>
              <a:rPr lang="pt-BR" dirty="0">
                <a:solidFill>
                  <a:schemeClr val="accent3"/>
                </a:solidFill>
              </a:rPr>
              <a:t>alterar a implementação</a:t>
            </a:r>
            <a:r>
              <a:rPr lang="pt-BR" dirty="0"/>
              <a:t> sem mudar a interface</a:t>
            </a:r>
          </a:p>
          <a:p>
            <a:pPr lvl="2"/>
            <a:r>
              <a:rPr lang="pt-BR" dirty="0"/>
              <a:t>Só é preciso conhecer:</a:t>
            </a:r>
          </a:p>
          <a:p>
            <a:pPr lvl="3"/>
            <a:r>
              <a:rPr lang="pt-BR" dirty="0"/>
              <a:t>O que os métodos fazem</a:t>
            </a:r>
          </a:p>
          <a:p>
            <a:pPr lvl="3"/>
            <a:r>
              <a:rPr lang="pt-BR" dirty="0"/>
              <a:t>Que dados eles recebem e o que eles retornam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A915222A-0707-C8DC-D7FE-4DB4937CEEB5}"/>
              </a:ext>
            </a:extLst>
          </p:cNvPr>
          <p:cNvSpPr txBox="1"/>
          <p:nvPr/>
        </p:nvSpPr>
        <p:spPr>
          <a:xfrm>
            <a:off x="9014646" y="3353783"/>
            <a:ext cx="20295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290EB6-BDDD-0FE0-12B3-B567C27E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A36931A-90A8-1A34-0E0A-D899D7EA2FAB}"/>
              </a:ext>
            </a:extLst>
          </p:cNvPr>
          <p:cNvSpPr txBox="1"/>
          <p:nvPr/>
        </p:nvSpPr>
        <p:spPr>
          <a:xfrm>
            <a:off x="2506349" y="4262537"/>
            <a:ext cx="62170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exibe os dados de um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preco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horas &gt; 0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preco/horas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53016922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4D35999-6A2D-CC25-9C22-35E60592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 Registros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DE10C80-0E67-0D76-1D3A-F2A95D78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as designações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public</a:t>
            </a:r>
            <a:r>
              <a:rPr lang="pt-BR" dirty="0"/>
              <a:t> 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private</a:t>
            </a:r>
            <a:r>
              <a:rPr lang="pt-BR" dirty="0"/>
              <a:t> forem </a:t>
            </a:r>
            <a:r>
              <a:rPr lang="pt-BR" dirty="0">
                <a:solidFill>
                  <a:schemeClr val="accent3"/>
                </a:solidFill>
              </a:rPr>
              <a:t>omitidas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Membros de classes são privados por padrão </a:t>
            </a:r>
          </a:p>
          <a:p>
            <a:pPr lvl="1"/>
            <a:r>
              <a:rPr lang="pt-BR" dirty="0"/>
              <a:t>Membros de registros são públicos por padrão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263E374B-7668-88A3-E948-30DA9620299A}"/>
              </a:ext>
            </a:extLst>
          </p:cNvPr>
          <p:cNvGrpSpPr/>
          <p:nvPr/>
        </p:nvGrpSpPr>
        <p:grpSpPr>
          <a:xfrm>
            <a:off x="2097033" y="3596899"/>
            <a:ext cx="3822578" cy="2545998"/>
            <a:chOff x="2097033" y="3596899"/>
            <a:chExt cx="3822578" cy="2545998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xmlns="" id="{15FFE63E-AFA9-FC43-3538-0020AC10BA10}"/>
                </a:ext>
              </a:extLst>
            </p:cNvPr>
            <p:cNvSpPr/>
            <p:nvPr/>
          </p:nvSpPr>
          <p:spPr>
            <a:xfrm>
              <a:off x="4412461" y="4186716"/>
              <a:ext cx="1507150" cy="826872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26E85CDE-1D37-C257-1D8F-A102BF421344}"/>
                </a:ext>
              </a:extLst>
            </p:cNvPr>
            <p:cNvSpPr txBox="1"/>
            <p:nvPr/>
          </p:nvSpPr>
          <p:spPr>
            <a:xfrm>
              <a:off x="4062977" y="3684341"/>
              <a:ext cx="185663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AF20186B-34C4-1F49-778B-4F33843373DA}"/>
                </a:ext>
              </a:extLst>
            </p:cNvPr>
            <p:cNvSpPr txBox="1"/>
            <p:nvPr/>
          </p:nvSpPr>
          <p:spPr>
            <a:xfrm>
              <a:off x="2097033" y="3913153"/>
              <a:ext cx="11443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Membros </a:t>
              </a:r>
              <a:br>
                <a:rPr lang="pt-BR" dirty="0"/>
              </a:br>
              <a:r>
                <a:rPr lang="pt-BR" dirty="0"/>
                <a:t>Privados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89FA3118-F599-A0E1-4EF6-1505EEA38EC5}"/>
                </a:ext>
              </a:extLst>
            </p:cNvPr>
            <p:cNvSpPr txBox="1"/>
            <p:nvPr/>
          </p:nvSpPr>
          <p:spPr>
            <a:xfrm>
              <a:off x="4062977" y="5558122"/>
              <a:ext cx="185663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 </a:t>
              </a: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gow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gow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</p:txBody>
        </p:sp>
        <p:pic>
          <p:nvPicPr>
            <p:cNvPr id="13" name="Gráfico 12" descr="Fechar com preenchimento sólido">
              <a:extLst>
                <a:ext uri="{FF2B5EF4-FFF2-40B4-BE49-F238E27FC236}">
                  <a16:creationId xmlns:a16="http://schemas.microsoft.com/office/drawing/2014/main" xmlns="" id="{902031DB-DABD-EA26-7F14-F2B57D711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3894912" y="5933818"/>
              <a:ext cx="166781" cy="166781"/>
            </a:xfrm>
            <a:prstGeom prst="rect">
              <a:avLst/>
            </a:prstGeom>
          </p:spPr>
        </p:pic>
        <p:pic>
          <p:nvPicPr>
            <p:cNvPr id="23" name="Gráfico 22" descr="Seta: girar para a direita com preenchimento sólido">
              <a:extLst>
                <a:ext uri="{FF2B5EF4-FFF2-40B4-BE49-F238E27FC236}">
                  <a16:creationId xmlns:a16="http://schemas.microsoft.com/office/drawing/2014/main" xmlns="" id="{0D49BEC8-3637-049C-1C77-B2696DE90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 rot="16200000">
              <a:off x="3241386" y="3596899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xmlns="" id="{EC4236B5-0E33-A705-F483-3CF3CA1C489E}"/>
              </a:ext>
            </a:extLst>
          </p:cNvPr>
          <p:cNvGrpSpPr/>
          <p:nvPr/>
        </p:nvGrpSpPr>
        <p:grpSpPr>
          <a:xfrm>
            <a:off x="6909307" y="3630368"/>
            <a:ext cx="3816891" cy="2512529"/>
            <a:chOff x="6909307" y="3630368"/>
            <a:chExt cx="3816891" cy="2512529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xmlns="" id="{80B5D79B-7DF7-F08A-C0B0-BC4DFCF04A55}"/>
                </a:ext>
              </a:extLst>
            </p:cNvPr>
            <p:cNvSpPr/>
            <p:nvPr/>
          </p:nvSpPr>
          <p:spPr>
            <a:xfrm>
              <a:off x="9219048" y="4186716"/>
              <a:ext cx="1507150" cy="826872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E02ABC9C-3B56-2803-B800-5A9F218B2204}"/>
                </a:ext>
              </a:extLst>
            </p:cNvPr>
            <p:cNvSpPr txBox="1"/>
            <p:nvPr/>
          </p:nvSpPr>
          <p:spPr>
            <a:xfrm>
              <a:off x="8869564" y="3684341"/>
              <a:ext cx="185663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struct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5538F4C1-3B10-EAE7-89B5-405E2FFA86BD}"/>
                </a:ext>
              </a:extLst>
            </p:cNvPr>
            <p:cNvSpPr txBox="1"/>
            <p:nvPr/>
          </p:nvSpPr>
          <p:spPr>
            <a:xfrm>
              <a:off x="6909307" y="4050573"/>
              <a:ext cx="11443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Membros </a:t>
              </a:r>
              <a:br>
                <a:rPr lang="pt-BR" dirty="0"/>
              </a:br>
              <a:r>
                <a:rPr lang="pt-BR" dirty="0"/>
                <a:t>Públicos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D3489931-BD08-631D-0A01-76F8F0B961E7}"/>
                </a:ext>
              </a:extLst>
            </p:cNvPr>
            <p:cNvSpPr txBox="1"/>
            <p:nvPr/>
          </p:nvSpPr>
          <p:spPr>
            <a:xfrm>
              <a:off x="8869564" y="5558122"/>
              <a:ext cx="185663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 </a:t>
              </a: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gow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gow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.horas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</p:txBody>
        </p:sp>
        <p:pic>
          <p:nvPicPr>
            <p:cNvPr id="15" name="Gráfico 14" descr="Marca de seleção com preenchimento sólido">
              <a:extLst>
                <a:ext uri="{FF2B5EF4-FFF2-40B4-BE49-F238E27FC236}">
                  <a16:creationId xmlns:a16="http://schemas.microsoft.com/office/drawing/2014/main" xmlns="" id="{F371EDA0-99CF-6DB2-C3BF-F3E1DD3BF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8700216" y="5933819"/>
              <a:ext cx="166781" cy="166781"/>
            </a:xfrm>
            <a:prstGeom prst="rect">
              <a:avLst/>
            </a:prstGeom>
          </p:spPr>
        </p:pic>
        <p:pic>
          <p:nvPicPr>
            <p:cNvPr id="24" name="Gráfico 23" descr="Seta: girar para a direita com preenchimento sólido">
              <a:extLst>
                <a:ext uri="{FF2B5EF4-FFF2-40B4-BE49-F238E27FC236}">
                  <a16:creationId xmlns:a16="http://schemas.microsoft.com/office/drawing/2014/main" xmlns="" id="{4F1D3083-8390-9A6E-011E-6F63BB377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 rot="16200000">
              <a:off x="8035867" y="3630368"/>
              <a:ext cx="914400" cy="914400"/>
            </a:xfrm>
            <a:prstGeom prst="rect">
              <a:avLst/>
            </a:prstGeom>
          </p:spPr>
        </p:pic>
      </p:grp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xmlns="" id="{C74A9A10-67FC-2D2E-8D13-58AC9B34BFEA}"/>
              </a:ext>
            </a:extLst>
          </p:cNvPr>
          <p:cNvCxnSpPr>
            <a:cxnSpLocks/>
          </p:cNvCxnSpPr>
          <p:nvPr/>
        </p:nvCxnSpPr>
        <p:spPr>
          <a:xfrm>
            <a:off x="6490009" y="3684341"/>
            <a:ext cx="0" cy="2529119"/>
          </a:xfrm>
          <a:prstGeom prst="line">
            <a:avLst/>
          </a:prstGeom>
          <a:ln w="190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4116641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1582BDA-D509-3D34-42BE-C383A691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 Registros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9F79409-6C83-39EA-48EF-CEE4D5D6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Registros</a:t>
            </a:r>
            <a:r>
              <a:rPr lang="pt-BR" dirty="0"/>
              <a:t> podem conter </a:t>
            </a:r>
            <a:r>
              <a:rPr lang="pt-BR" dirty="0">
                <a:solidFill>
                  <a:schemeClr val="accent3"/>
                </a:solidFill>
              </a:rPr>
              <a:t>funções</a:t>
            </a:r>
          </a:p>
          <a:p>
            <a:pPr lvl="1"/>
            <a:r>
              <a:rPr lang="pt-BR" dirty="0"/>
              <a:t>C++ trata registros e classes de forma similar</a:t>
            </a:r>
          </a:p>
          <a:p>
            <a:pPr lvl="1"/>
            <a:r>
              <a:rPr lang="pt-BR" dirty="0"/>
              <a:t>Exceto pelo </a:t>
            </a:r>
            <a:r>
              <a:rPr lang="pt-BR" b="1" dirty="0"/>
              <a:t>nível padrão</a:t>
            </a:r>
            <a:r>
              <a:rPr lang="pt-BR" dirty="0"/>
              <a:t> de acesso aos membros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D89D930-0546-3C72-4233-9ECAAE4EB51B}"/>
              </a:ext>
            </a:extLst>
          </p:cNvPr>
          <p:cNvSpPr txBox="1"/>
          <p:nvPr/>
        </p:nvSpPr>
        <p:spPr>
          <a:xfrm>
            <a:off x="2000413" y="3528030"/>
            <a:ext cx="529694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nome);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 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E9B6B415-C682-8E61-E815-17AD6A206730}"/>
              </a:ext>
            </a:extLst>
          </p:cNvPr>
          <p:cNvSpPr/>
          <p:nvPr/>
        </p:nvSpPr>
        <p:spPr>
          <a:xfrm>
            <a:off x="6956074" y="4003421"/>
            <a:ext cx="2956350" cy="1248937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1877A74F-09E2-CF4C-8296-E5650BF6CF59}"/>
              </a:ext>
            </a:extLst>
          </p:cNvPr>
          <p:cNvSpPr txBox="1"/>
          <p:nvPr/>
        </p:nvSpPr>
        <p:spPr>
          <a:xfrm>
            <a:off x="7046392" y="4143901"/>
            <a:ext cx="2771141" cy="967978"/>
          </a:xfrm>
          <a:prstGeom prst="roundRect">
            <a:avLst>
              <a:gd name="adj" fmla="val 8943"/>
            </a:avLst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Mas tipicamente registros são usados como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POD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(</a:t>
            </a:r>
            <a:r>
              <a:rPr lang="pt-BR" dirty="0">
                <a:solidFill>
                  <a:schemeClr val="accent3"/>
                </a:solidFill>
              </a:rPr>
              <a:t>Plain-Old Data</a:t>
            </a:r>
            <a:r>
              <a:rPr lang="pt-BR" dirty="0"/>
              <a:t>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xmlns="" val="211191069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1582BDA-D509-3D34-42BE-C383A691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 Registros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9F79409-6C83-39EA-48EF-CEE4D5D6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Classes não precisam ter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seção privada</a:t>
            </a:r>
            <a:r>
              <a:rPr lang="pt-BR" dirty="0"/>
              <a:t> explícita</a:t>
            </a:r>
          </a:p>
          <a:p>
            <a:pPr lvl="1"/>
            <a:r>
              <a:rPr lang="pt-BR" dirty="0"/>
              <a:t>Mas é uma </a:t>
            </a:r>
            <a:r>
              <a:rPr lang="pt-BR" dirty="0">
                <a:solidFill>
                  <a:schemeClr val="accent3"/>
                </a:solidFill>
              </a:rPr>
              <a:t>boa prática </a:t>
            </a:r>
            <a:r>
              <a:rPr lang="pt-BR" dirty="0"/>
              <a:t>criá-las</a:t>
            </a:r>
          </a:p>
          <a:p>
            <a:endParaRPr lang="pt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13C8BDE9-8A35-773C-9504-F51003D4C490}"/>
              </a:ext>
            </a:extLst>
          </p:cNvPr>
          <p:cNvGrpSpPr/>
          <p:nvPr/>
        </p:nvGrpSpPr>
        <p:grpSpPr>
          <a:xfrm>
            <a:off x="2012284" y="3208206"/>
            <a:ext cx="7213317" cy="3003741"/>
            <a:chOff x="2056889" y="2971800"/>
            <a:chExt cx="7213317" cy="3003741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B8BFD6BF-6A9C-6640-CBEA-D8BFD2C9CDA3}"/>
                </a:ext>
              </a:extLst>
            </p:cNvPr>
            <p:cNvSpPr/>
            <p:nvPr/>
          </p:nvSpPr>
          <p:spPr>
            <a:xfrm>
              <a:off x="4279950" y="3526563"/>
              <a:ext cx="1429473" cy="947312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90C2DB15-9086-3E83-B1CE-CF484D088D08}"/>
                </a:ext>
              </a:extLst>
            </p:cNvPr>
            <p:cNvSpPr txBox="1"/>
            <p:nvPr/>
          </p:nvSpPr>
          <p:spPr>
            <a:xfrm>
              <a:off x="4013622" y="3082441"/>
              <a:ext cx="5256584" cy="2893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nome);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atualizar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A297D14C-3BDE-5BC9-C7D3-402C1870C159}"/>
                </a:ext>
              </a:extLst>
            </p:cNvPr>
            <p:cNvSpPr txBox="1"/>
            <p:nvPr/>
          </p:nvSpPr>
          <p:spPr>
            <a:xfrm>
              <a:off x="2056889" y="3288054"/>
              <a:ext cx="11443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Membros </a:t>
              </a:r>
              <a:br>
                <a:rPr lang="pt-BR" dirty="0"/>
              </a:br>
              <a:r>
                <a:rPr lang="pt-BR" dirty="0"/>
                <a:t>Privados</a:t>
              </a:r>
            </a:p>
          </p:txBody>
        </p:sp>
        <p:pic>
          <p:nvPicPr>
            <p:cNvPr id="6" name="Gráfico 5" descr="Seta: girar para a direita com preenchimento sólido">
              <a:extLst>
                <a:ext uri="{FF2B5EF4-FFF2-40B4-BE49-F238E27FC236}">
                  <a16:creationId xmlns:a16="http://schemas.microsoft.com/office/drawing/2014/main" xmlns="" id="{42EE3015-F13A-96BE-339C-62AC74EFC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6200000">
              <a:off x="3201242" y="2971800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8215D9F5-759C-D089-760F-10E53A4ADE55}"/>
              </a:ext>
            </a:extLst>
          </p:cNvPr>
          <p:cNvGrpSpPr/>
          <p:nvPr/>
        </p:nvGrpSpPr>
        <p:grpSpPr>
          <a:xfrm>
            <a:off x="7370900" y="2773922"/>
            <a:ext cx="3111248" cy="1755069"/>
            <a:chOff x="8138103" y="3532947"/>
            <a:chExt cx="3111248" cy="1755069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7A29FD90-8C0A-A156-5C96-578DFE525324}"/>
                </a:ext>
              </a:extLst>
            </p:cNvPr>
            <p:cNvSpPr/>
            <p:nvPr/>
          </p:nvSpPr>
          <p:spPr>
            <a:xfrm>
              <a:off x="8138103" y="3532947"/>
              <a:ext cx="3111248" cy="175506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50FC9F55-751C-1F5A-06AB-EA4C17F9D994}"/>
                </a:ext>
              </a:extLst>
            </p:cNvPr>
            <p:cNvSpPr txBox="1"/>
            <p:nvPr/>
          </p:nvSpPr>
          <p:spPr>
            <a:xfrm>
              <a:off x="8215552" y="3636099"/>
              <a:ext cx="2956350" cy="1548765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A seção private reforça a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ocultação de dados</a:t>
              </a:r>
              <a:r>
                <a:rPr lang="pt-BR" dirty="0"/>
                <a:t> e que os membros não fazem parte da </a:t>
              </a:r>
              <a:r>
                <a:rPr lang="pt-BR" dirty="0">
                  <a:solidFill>
                    <a:schemeClr val="accent3"/>
                  </a:solidFill>
                </a:rPr>
                <a:t>interface pública</a:t>
              </a:r>
              <a:r>
                <a:rPr lang="pt-BR" dirty="0"/>
                <a:t> da classe.</a:t>
              </a:r>
              <a:endParaRPr lang="pt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381355498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criação de objetos </a:t>
            </a:r>
            <a:r>
              <a:rPr lang="pt-BR" dirty="0"/>
              <a:t>aloca memória</a:t>
            </a:r>
          </a:p>
          <a:p>
            <a:pPr lvl="1"/>
            <a:r>
              <a:rPr lang="pt-BR" dirty="0"/>
              <a:t>Objetos são como </a:t>
            </a:r>
            <a:r>
              <a:rPr lang="pt-BR" dirty="0">
                <a:solidFill>
                  <a:schemeClr val="accent3"/>
                </a:solidFill>
              </a:rPr>
              <a:t>variáveis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Classes são como </a:t>
            </a:r>
            <a:r>
              <a:rPr lang="pt-BR" dirty="0">
                <a:solidFill>
                  <a:schemeClr val="accent3"/>
                </a:solidFill>
              </a:rPr>
              <a:t>tipos</a:t>
            </a:r>
          </a:p>
          <a:p>
            <a:r>
              <a:rPr lang="pt-BR" dirty="0"/>
              <a:t>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controle de acesso </a:t>
            </a:r>
            <a:r>
              <a:rPr lang="pt-BR" dirty="0"/>
              <a:t>aos membros</a:t>
            </a:r>
          </a:p>
          <a:p>
            <a:pPr lvl="1"/>
            <a:r>
              <a:rPr lang="pt-BR" dirty="0"/>
              <a:t>Permite </a:t>
            </a:r>
            <a:r>
              <a:rPr lang="pt-BR" dirty="0">
                <a:solidFill>
                  <a:schemeClr val="accent3"/>
                </a:solidFill>
              </a:rPr>
              <a:t>ocultar/encapsular</a:t>
            </a:r>
          </a:p>
          <a:p>
            <a:pPr lvl="2"/>
            <a:r>
              <a:rPr lang="pt-BR" dirty="0"/>
              <a:t>O formato de armazenamento</a:t>
            </a:r>
          </a:p>
          <a:p>
            <a:pPr lvl="2"/>
            <a:r>
              <a:rPr lang="pt-BR" dirty="0"/>
              <a:t>Os detalhes da implementação</a:t>
            </a:r>
          </a:p>
          <a:p>
            <a:pPr lvl="1"/>
            <a:r>
              <a:rPr lang="pt-BR" dirty="0"/>
              <a:t>Estabelece uma </a:t>
            </a:r>
            <a:r>
              <a:rPr lang="pt-BR" dirty="0">
                <a:solidFill>
                  <a:schemeClr val="accent3"/>
                </a:solidFill>
              </a:rPr>
              <a:t>interface </a:t>
            </a:r>
            <a:r>
              <a:rPr lang="pt-BR" dirty="0"/>
              <a:t>para a classe</a:t>
            </a:r>
          </a:p>
          <a:p>
            <a:pPr lvl="2"/>
            <a:r>
              <a:rPr lang="pt-BR" dirty="0"/>
              <a:t>Métodos ditam as operações possíveis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xmlns="" id="{97A3B61D-CF2F-7548-31AF-7F5ED14F7D58}"/>
              </a:ext>
            </a:extLst>
          </p:cNvPr>
          <p:cNvGrpSpPr/>
          <p:nvPr/>
        </p:nvGrpSpPr>
        <p:grpSpPr>
          <a:xfrm>
            <a:off x="8387280" y="2611177"/>
            <a:ext cx="2767937" cy="3200648"/>
            <a:chOff x="5434807" y="2725477"/>
            <a:chExt cx="2767937" cy="3200648"/>
          </a:xfrm>
        </p:grpSpPr>
        <p:sp>
          <p:nvSpPr>
            <p:cNvPr id="24" name="Retângulo: Cantos Superiores Arredondados 43">
              <a:extLst>
                <a:ext uri="{FF2B5EF4-FFF2-40B4-BE49-F238E27FC236}">
                  <a16:creationId xmlns:a16="http://schemas.microsoft.com/office/drawing/2014/main" xmlns="" id="{31BB5FE4-9993-BA37-ABB1-269B46666AF0}"/>
                </a:ext>
              </a:extLst>
            </p:cNvPr>
            <p:cNvSpPr/>
            <p:nvPr/>
          </p:nvSpPr>
          <p:spPr>
            <a:xfrm rot="16200000">
              <a:off x="5284544" y="3493313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25" name="Retângulo: Cantos Superiores Arredondados 44">
              <a:extLst>
                <a:ext uri="{FF2B5EF4-FFF2-40B4-BE49-F238E27FC236}">
                  <a16:creationId xmlns:a16="http://schemas.microsoft.com/office/drawing/2014/main" xmlns="" id="{FC60AA52-9FB7-437A-B7AD-CA47B00B4385}"/>
                </a:ext>
              </a:extLst>
            </p:cNvPr>
            <p:cNvSpPr/>
            <p:nvPr/>
          </p:nvSpPr>
          <p:spPr>
            <a:xfrm rot="16200000">
              <a:off x="5284135" y="5209995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9D834FF8-EDEB-8C7B-E06C-DF3A00C73A7C}"/>
                </a:ext>
              </a:extLst>
            </p:cNvPr>
            <p:cNvSpPr txBox="1"/>
            <p:nvPr/>
          </p:nvSpPr>
          <p:spPr>
            <a:xfrm>
              <a:off x="5738756" y="272547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xmlns="" id="{0F2837CB-B065-56CF-AB2A-675AE925AF25}"/>
                </a:ext>
              </a:extLst>
            </p:cNvPr>
            <p:cNvSpPr/>
            <p:nvPr/>
          </p:nvSpPr>
          <p:spPr>
            <a:xfrm>
              <a:off x="5736165" y="306896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xmlns="" id="{5BD69452-72AC-20C3-97DE-A03D002AA608}"/>
                </a:ext>
              </a:extLst>
            </p:cNvPr>
            <p:cNvSpPr/>
            <p:nvPr/>
          </p:nvSpPr>
          <p:spPr>
            <a:xfrm>
              <a:off x="5736165" y="33546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xmlns="" id="{52CCC5E9-60E1-9FC4-2886-CADEEED7A218}"/>
                </a:ext>
              </a:extLst>
            </p:cNvPr>
            <p:cNvSpPr/>
            <p:nvPr/>
          </p:nvSpPr>
          <p:spPr>
            <a:xfrm>
              <a:off x="5736165" y="364038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xmlns="" id="{554A3739-A716-44A8-E7C0-4E6A19206BBA}"/>
                </a:ext>
              </a:extLst>
            </p:cNvPr>
            <p:cNvSpPr/>
            <p:nvPr/>
          </p:nvSpPr>
          <p:spPr>
            <a:xfrm>
              <a:off x="5736165" y="392609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xmlns="" id="{97354DD1-4A18-478C-9F86-8BFF94CE6DF3}"/>
                </a:ext>
              </a:extLst>
            </p:cNvPr>
            <p:cNvSpPr/>
            <p:nvPr/>
          </p:nvSpPr>
          <p:spPr>
            <a:xfrm>
              <a:off x="5736165" y="4211812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xmlns="" id="{226E6173-25F9-6179-2186-AA8225EA338E}"/>
                </a:ext>
              </a:extLst>
            </p:cNvPr>
            <p:cNvSpPr/>
            <p:nvPr/>
          </p:nvSpPr>
          <p:spPr>
            <a:xfrm>
              <a:off x="5736165" y="4497525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xmlns="" id="{E4A5B84C-2C59-A8FB-67AA-93694AC92CFA}"/>
                </a:ext>
              </a:extLst>
            </p:cNvPr>
            <p:cNvSpPr/>
            <p:nvPr/>
          </p:nvSpPr>
          <p:spPr>
            <a:xfrm>
              <a:off x="5736165" y="4783238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BEDE40E6-2AF6-9C56-C5FF-058D0B3E2D4F}"/>
                </a:ext>
              </a:extLst>
            </p:cNvPr>
            <p:cNvSpPr txBox="1"/>
            <p:nvPr/>
          </p:nvSpPr>
          <p:spPr>
            <a:xfrm>
              <a:off x="7440066" y="303486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gears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586DFCAF-866D-FD07-1897-A61704F58657}"/>
                </a:ext>
              </a:extLst>
            </p:cNvPr>
            <p:cNvSpPr txBox="1"/>
            <p:nvPr/>
          </p:nvSpPr>
          <p:spPr>
            <a:xfrm>
              <a:off x="6886100" y="3068960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0xCB2B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637200C7-AA06-B9DF-7762-81337CC19EBB}"/>
                </a:ext>
              </a:extLst>
            </p:cNvPr>
            <p:cNvSpPr txBox="1"/>
            <p:nvPr/>
          </p:nvSpPr>
          <p:spPr>
            <a:xfrm>
              <a:off x="6886100" y="3354673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0xCB2F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09ECF43B-834F-9B43-251C-F7E598C85980}"/>
                </a:ext>
              </a:extLst>
            </p:cNvPr>
            <p:cNvSpPr txBox="1"/>
            <p:nvPr/>
          </p:nvSpPr>
          <p:spPr>
            <a:xfrm>
              <a:off x="6886100" y="3640386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0xCB33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xmlns="" id="{00AE96A7-091E-419D-4903-0E29B52963B8}"/>
                </a:ext>
              </a:extLst>
            </p:cNvPr>
            <p:cNvSpPr txBox="1"/>
            <p:nvPr/>
          </p:nvSpPr>
          <p:spPr>
            <a:xfrm>
              <a:off x="6886100" y="3926099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0xCB37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xmlns="" id="{2B65687C-B69B-38A0-BC59-B39A06EF7668}"/>
                </a:ext>
              </a:extLst>
            </p:cNvPr>
            <p:cNvSpPr txBox="1"/>
            <p:nvPr/>
          </p:nvSpPr>
          <p:spPr>
            <a:xfrm>
              <a:off x="6886100" y="4211812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0xCB3B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xmlns="" id="{8BC9CA46-24B6-9F51-32C7-BFEE4AD54664}"/>
                </a:ext>
              </a:extLst>
            </p:cNvPr>
            <p:cNvSpPr txBox="1"/>
            <p:nvPr/>
          </p:nvSpPr>
          <p:spPr>
            <a:xfrm>
              <a:off x="6886100" y="4497525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0xCB3F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xmlns="" id="{C5658A8F-7FA4-DF2E-D766-61AD31A9E1F3}"/>
                </a:ext>
              </a:extLst>
            </p:cNvPr>
            <p:cNvSpPr txBox="1"/>
            <p:nvPr/>
          </p:nvSpPr>
          <p:spPr>
            <a:xfrm>
              <a:off x="6886100" y="4783238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0xCB43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xmlns="" id="{6B3A3013-6B0E-F3DC-9B77-459C6C502C15}"/>
                </a:ext>
              </a:extLst>
            </p:cNvPr>
            <p:cNvSpPr txBox="1"/>
            <p:nvPr/>
          </p:nvSpPr>
          <p:spPr>
            <a:xfrm>
              <a:off x="6896230" y="5068951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0xCB47</a:t>
              </a:r>
            </a:p>
          </p:txBody>
        </p:sp>
        <p:sp>
          <p:nvSpPr>
            <p:cNvPr id="47" name="CaixaDeTexto 46">
              <a:extLst>
                <a:ext uri="{FF2B5EF4-FFF2-40B4-BE49-F238E27FC236}">
                  <a16:creationId xmlns:a16="http://schemas.microsoft.com/office/drawing/2014/main" xmlns="" id="{57B98CA8-0DF7-057B-E03A-C0DB371332FA}"/>
                </a:ext>
              </a:extLst>
            </p:cNvPr>
            <p:cNvSpPr txBox="1"/>
            <p:nvPr/>
          </p:nvSpPr>
          <p:spPr>
            <a:xfrm>
              <a:off x="6896230" y="5354664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0xCB4B</a:t>
              </a:r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xmlns="" id="{AC42AA6A-EF20-D990-625E-1ACB43145C70}"/>
                </a:ext>
              </a:extLst>
            </p:cNvPr>
            <p:cNvSpPr txBox="1"/>
            <p:nvPr/>
          </p:nvSpPr>
          <p:spPr>
            <a:xfrm>
              <a:off x="6896230" y="564037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0xCB4F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xmlns="" id="{9DF64F33-B217-3DC3-BD7F-343A6746B14C}"/>
                </a:ext>
              </a:extLst>
            </p:cNvPr>
            <p:cNvSpPr/>
            <p:nvPr/>
          </p:nvSpPr>
          <p:spPr>
            <a:xfrm>
              <a:off x="5736163" y="5068951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xmlns="" id="{9DDF7062-4AB2-A6C8-D150-56B9849BF6EC}"/>
                </a:ext>
              </a:extLst>
            </p:cNvPr>
            <p:cNvSpPr/>
            <p:nvPr/>
          </p:nvSpPr>
          <p:spPr>
            <a:xfrm>
              <a:off x="5736163" y="5354664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xmlns="" id="{66944804-C91B-7B33-FE58-08E23F85A6DF}"/>
                </a:ext>
              </a:extLst>
            </p:cNvPr>
            <p:cNvSpPr/>
            <p:nvPr/>
          </p:nvSpPr>
          <p:spPr>
            <a:xfrm>
              <a:off x="5736163" y="564037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xmlns="" id="{BCD8A8D8-4452-3C85-E42A-25415ECAADEC}"/>
                </a:ext>
              </a:extLst>
            </p:cNvPr>
            <p:cNvSpPr txBox="1"/>
            <p:nvPr/>
          </p:nvSpPr>
          <p:spPr>
            <a:xfrm>
              <a:off x="7421760" y="4753421"/>
              <a:ext cx="7809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doom</a:t>
              </a:r>
            </a:p>
          </p:txBody>
        </p:sp>
        <p:sp>
          <p:nvSpPr>
            <p:cNvPr id="57" name="Retângulo: Cantos Arredondados 38">
              <a:extLst>
                <a:ext uri="{FF2B5EF4-FFF2-40B4-BE49-F238E27FC236}">
                  <a16:creationId xmlns:a16="http://schemas.microsoft.com/office/drawing/2014/main" xmlns="" id="{71B30553-B5C8-3F6E-9FA1-D38B3E9CAF58}"/>
                </a:ext>
              </a:extLst>
            </p:cNvPr>
            <p:cNvSpPr/>
            <p:nvPr/>
          </p:nvSpPr>
          <p:spPr>
            <a:xfrm>
              <a:off x="5736161" y="3064031"/>
              <a:ext cx="1071571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: Cantos Arredondados 39">
              <a:extLst>
                <a:ext uri="{FF2B5EF4-FFF2-40B4-BE49-F238E27FC236}">
                  <a16:creationId xmlns:a16="http://schemas.microsoft.com/office/drawing/2014/main" xmlns="" id="{F6BA0844-253E-72C9-02E7-58AE97B28E7D}"/>
                </a:ext>
              </a:extLst>
            </p:cNvPr>
            <p:cNvSpPr/>
            <p:nvPr/>
          </p:nvSpPr>
          <p:spPr>
            <a:xfrm>
              <a:off x="5735956" y="4780713"/>
              <a:ext cx="1071572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696</TotalTime>
  <Words>891</Words>
  <Application>Microsoft Office PowerPoint</Application>
  <PresentationFormat>Personalizar</PresentationFormat>
  <Paragraphs>336</Paragraphs>
  <Slides>17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Metrô</vt:lpstr>
      <vt:lpstr>Objetos</vt:lpstr>
      <vt:lpstr>Introdução</vt:lpstr>
      <vt:lpstr>Introdução</vt:lpstr>
      <vt:lpstr>Objetos e Instâncias</vt:lpstr>
      <vt:lpstr>Objetos e Instâncias</vt:lpstr>
      <vt:lpstr>Controle de Acesso</vt:lpstr>
      <vt:lpstr>Controle de Acesso</vt:lpstr>
      <vt:lpstr>Controle de Acesso</vt:lpstr>
      <vt:lpstr>Controle de Acesso</vt:lpstr>
      <vt:lpstr>Controle de Acesso</vt:lpstr>
      <vt:lpstr>Encapsulamento</vt:lpstr>
      <vt:lpstr>Encapsulamento</vt:lpstr>
      <vt:lpstr>Encapsulamento</vt:lpstr>
      <vt:lpstr>Classes e Registros</vt:lpstr>
      <vt:lpstr>Classes e Registros</vt:lpstr>
      <vt:lpstr>Classes e Registros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6</cp:revision>
  <dcterms:created xsi:type="dcterms:W3CDTF">2009-02-25T19:16:57Z</dcterms:created>
  <dcterms:modified xsi:type="dcterms:W3CDTF">2025-11-04T22:27:34Z</dcterms:modified>
</cp:coreProperties>
</file>