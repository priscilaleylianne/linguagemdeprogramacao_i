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notesSlides/notesSlide2.xml" ContentType="application/vnd.openxmlformats-officedocument.presentationml.notesSlide+xml"/>
  <Default Extension="svg" ContentType="image/svg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Default Extension="wdp" ContentType="image/vnd.ms-photo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ppt/slides/slide5.xml" ContentType="application/vnd.openxmlformats-officedocument.presentationml.slide+xml"/>
  <Override PartName="/ppt/slides/slide19.xml" ContentType="application/vnd.openxmlformats-officedocument.presentationml.slide+xml"/>
  <Default Extension="png" ContentType="image/png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6" r:id="rId1"/>
  </p:sldMasterIdLst>
  <p:notesMasterIdLst>
    <p:notesMasterId r:id="rId24"/>
  </p:notesMasterIdLst>
  <p:sldIdLst>
    <p:sldId id="348" r:id="rId2"/>
    <p:sldId id="380" r:id="rId3"/>
    <p:sldId id="338" r:id="rId4"/>
    <p:sldId id="460" r:id="rId5"/>
    <p:sldId id="463" r:id="rId6"/>
    <p:sldId id="461" r:id="rId7"/>
    <p:sldId id="467" r:id="rId8"/>
    <p:sldId id="466" r:id="rId9"/>
    <p:sldId id="465" r:id="rId10"/>
    <p:sldId id="468" r:id="rId11"/>
    <p:sldId id="464" r:id="rId12"/>
    <p:sldId id="469" r:id="rId13"/>
    <p:sldId id="472" r:id="rId14"/>
    <p:sldId id="470" r:id="rId15"/>
    <p:sldId id="473" r:id="rId16"/>
    <p:sldId id="474" r:id="rId17"/>
    <p:sldId id="475" r:id="rId18"/>
    <p:sldId id="476" r:id="rId19"/>
    <p:sldId id="477" r:id="rId20"/>
    <p:sldId id="478" r:id="rId21"/>
    <p:sldId id="479" r:id="rId22"/>
    <p:sldId id="43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 xmlns="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CC00"/>
    <a:srgbClr val="FF8D00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F429FDD-0853-4BE1-A8CF-6B208FEEFB46}" v="271" dt="2023-04-08T02:01:49.783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93296810-A885-4BE3-A3E7-6D5BEEA58F35}" styleName="Estilo Médio 2 - Ênfase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AF606853-7671-496A-8E4F-DF71F8EC918B}" styleName="Estilo Escuro 1 - Ênfase 6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wholeTbl>
    <a:band1H>
      <a:tcStyle>
        <a:tcBdr/>
        <a:fill>
          <a:solidFill>
            <a:schemeClr val="accent6">
              <a:shade val="60000"/>
            </a:schemeClr>
          </a:solidFill>
        </a:fill>
      </a:tcStyle>
    </a:band1H>
    <a:band1V>
      <a:tcStyle>
        <a:tcBdr/>
        <a:fill>
          <a:solidFill>
            <a:schemeClr val="accent6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6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6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6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38B1855-1B75-4FBE-930C-398BA8C253C6}" styleName="Estilo com Tema 2 - Ênfase 6">
    <a:tblBg>
      <a:fillRef idx="3">
        <a:schemeClr val="accent6"/>
      </a:fillRef>
      <a:effectRef idx="3">
        <a:schemeClr val="accent6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6">
                <a:tint val="50000"/>
              </a:schemeClr>
            </a:lnRef>
          </a:left>
          <a:right>
            <a:lnRef idx="1">
              <a:schemeClr val="accent6">
                <a:tint val="50000"/>
              </a:schemeClr>
            </a:lnRef>
          </a:right>
          <a:top>
            <a:lnRef idx="1">
              <a:schemeClr val="accent6">
                <a:tint val="50000"/>
              </a:schemeClr>
            </a:lnRef>
          </a:top>
          <a:bottom>
            <a:lnRef idx="1">
              <a:schemeClr val="accent6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16D9F66E-5EB9-4882-86FB-DCBF35E3C3E4}" styleName="Estilo Médio 4 - Ênfase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8D230F3-CF80-4859-8CE7-A43EE81993B5}" styleName="Estilo Claro 1 - Ênfase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9024" autoAdjust="0"/>
    <p:restoredTop sz="94720" autoAdjust="0"/>
  </p:normalViewPr>
  <p:slideViewPr>
    <p:cSldViewPr snapToGrid="0">
      <p:cViewPr varScale="1">
        <p:scale>
          <a:sx n="65" d="100"/>
          <a:sy n="65" d="100"/>
        </p:scale>
        <p:origin x="-690" y="-108"/>
      </p:cViewPr>
      <p:guideLst>
        <p:guide orient="horz" pos="2160"/>
        <p:guide pos="384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udson Santiago" userId="ebb108da2f256286" providerId="LiveId" clId="{AF429FDD-0853-4BE1-A8CF-6B208FEEFB46}"/>
    <pc:docChg chg="undo redo custSel addSld delSld modSld sldOrd modMainMaster">
      <pc:chgData name="Judson Santiago" userId="ebb108da2f256286" providerId="LiveId" clId="{AF429FDD-0853-4BE1-A8CF-6B208FEEFB46}" dt="2023-04-08T02:34:53.631" v="14576" actId="20577"/>
      <pc:docMkLst>
        <pc:docMk/>
      </pc:docMkLst>
      <pc:sldChg chg="addSp delSp modSp mod modNotesTx">
        <pc:chgData name="Judson Santiago" userId="ebb108da2f256286" providerId="LiveId" clId="{AF429FDD-0853-4BE1-A8CF-6B208FEEFB46}" dt="2023-03-27T19:29:46.173" v="3154" actId="368"/>
        <pc:sldMkLst>
          <pc:docMk/>
          <pc:sldMk cId="3868093180" sldId="338"/>
        </pc:sldMkLst>
        <pc:spChg chg="mod">
          <ac:chgData name="Judson Santiago" userId="ebb108da2f256286" providerId="LiveId" clId="{AF429FDD-0853-4BE1-A8CF-6B208FEEFB46}" dt="2023-03-27T19:29:46.173" v="3154" actId="368"/>
          <ac:spMkLst>
            <pc:docMk/>
            <pc:sldMk cId="3868093180" sldId="338"/>
            <ac:spMk id="3" creationId="{D5EA17BD-5618-F84E-4445-4B246A98F39E}"/>
          </ac:spMkLst>
        </pc:spChg>
        <pc:spChg chg="add mod">
          <ac:chgData name="Judson Santiago" userId="ebb108da2f256286" providerId="LiveId" clId="{AF429FDD-0853-4BE1-A8CF-6B208FEEFB46}" dt="2023-03-27T18:01:15.150" v="2132" actId="164"/>
          <ac:spMkLst>
            <pc:docMk/>
            <pc:sldMk cId="3868093180" sldId="338"/>
            <ac:spMk id="4" creationId="{471F06D1-0C58-8473-D7C8-7AD711D734B1}"/>
          </ac:spMkLst>
        </pc:spChg>
        <pc:spChg chg="del">
          <ac:chgData name="Judson Santiago" userId="ebb108da2f256286" providerId="LiveId" clId="{AF429FDD-0853-4BE1-A8CF-6B208FEEFB46}" dt="2023-03-27T17:32:37.028" v="1109" actId="478"/>
          <ac:spMkLst>
            <pc:docMk/>
            <pc:sldMk cId="3868093180" sldId="338"/>
            <ac:spMk id="8" creationId="{36BFF2CF-12C5-FD52-1F81-00667E580625}"/>
          </ac:spMkLst>
        </pc:spChg>
        <pc:spChg chg="mod topLvl">
          <ac:chgData name="Judson Santiago" userId="ebb108da2f256286" providerId="LiveId" clId="{AF429FDD-0853-4BE1-A8CF-6B208FEEFB46}" dt="2023-03-27T18:01:08.488" v="2129" actId="164"/>
          <ac:spMkLst>
            <pc:docMk/>
            <pc:sldMk cId="3868093180" sldId="338"/>
            <ac:spMk id="10" creationId="{21F5EDBB-9001-B8DE-E0FC-32B169FE652B}"/>
          </ac:spMkLst>
        </pc:spChg>
        <pc:spChg chg="del">
          <ac:chgData name="Judson Santiago" userId="ebb108da2f256286" providerId="LiveId" clId="{AF429FDD-0853-4BE1-A8CF-6B208FEEFB46}" dt="2023-03-27T17:32:33.492" v="1107" actId="478"/>
          <ac:spMkLst>
            <pc:docMk/>
            <pc:sldMk cId="3868093180" sldId="338"/>
            <ac:spMk id="14" creationId="{E290DB34-3A3D-C4B7-5B9F-65AB6194CF9B}"/>
          </ac:spMkLst>
        </pc:spChg>
        <pc:spChg chg="add del mod">
          <ac:chgData name="Judson Santiago" userId="ebb108da2f256286" providerId="LiveId" clId="{AF429FDD-0853-4BE1-A8CF-6B208FEEFB46}" dt="2023-03-27T18:02:55.484" v="2153" actId="478"/>
          <ac:spMkLst>
            <pc:docMk/>
            <pc:sldMk cId="3868093180" sldId="338"/>
            <ac:spMk id="16" creationId="{E685A5FA-E170-885D-09F2-E195F74499A3}"/>
          </ac:spMkLst>
        </pc:spChg>
        <pc:grpChg chg="add mod">
          <ac:chgData name="Judson Santiago" userId="ebb108da2f256286" providerId="LiveId" clId="{AF429FDD-0853-4BE1-A8CF-6B208FEEFB46}" dt="2023-03-27T19:29:14.028" v="3148" actId="1036"/>
          <ac:grpSpMkLst>
            <pc:docMk/>
            <pc:sldMk cId="3868093180" sldId="338"/>
            <ac:grpSpMk id="13" creationId="{60F4AAED-8B68-2D7E-DCE7-6290D0434171}"/>
          </ac:grpSpMkLst>
        </pc:grpChg>
        <pc:grpChg chg="add mod">
          <ac:chgData name="Judson Santiago" userId="ebb108da2f256286" providerId="LiveId" clId="{AF429FDD-0853-4BE1-A8CF-6B208FEEFB46}" dt="2023-03-27T19:29:21.380" v="3150" actId="1036"/>
          <ac:grpSpMkLst>
            <pc:docMk/>
            <pc:sldMk cId="3868093180" sldId="338"/>
            <ac:grpSpMk id="15" creationId="{5B390FD6-A1AD-D0B2-BA47-D19946E4C393}"/>
          </ac:grpSpMkLst>
        </pc:grpChg>
        <pc:grpChg chg="del">
          <ac:chgData name="Judson Santiago" userId="ebb108da2f256286" providerId="LiveId" clId="{AF429FDD-0853-4BE1-A8CF-6B208FEEFB46}" dt="2023-03-27T17:32:38.892" v="1110" actId="478"/>
          <ac:grpSpMkLst>
            <pc:docMk/>
            <pc:sldMk cId="3868093180" sldId="338"/>
            <ac:grpSpMk id="18" creationId="{75F87265-4298-1C08-9E20-BDD8C4AA03A7}"/>
          </ac:grpSpMkLst>
        </pc:grpChg>
        <pc:picChg chg="add mod">
          <ac:chgData name="Judson Santiago" userId="ebb108da2f256286" providerId="LiveId" clId="{AF429FDD-0853-4BE1-A8CF-6B208FEEFB46}" dt="2023-03-27T18:01:08.488" v="2129" actId="164"/>
          <ac:picMkLst>
            <pc:docMk/>
            <pc:sldMk cId="3868093180" sldId="338"/>
            <ac:picMk id="5" creationId="{B72F25E6-3CB2-FD91-6C66-56C697110E31}"/>
          </ac:picMkLst>
        </pc:picChg>
        <pc:picChg chg="add mod">
          <ac:chgData name="Judson Santiago" userId="ebb108da2f256286" providerId="LiveId" clId="{AF429FDD-0853-4BE1-A8CF-6B208FEEFB46}" dt="2023-03-27T18:01:08.488" v="2129" actId="164"/>
          <ac:picMkLst>
            <pc:docMk/>
            <pc:sldMk cId="3868093180" sldId="338"/>
            <ac:picMk id="6" creationId="{F7A0FD7B-D868-54C7-0567-224D55A93338}"/>
          </ac:picMkLst>
        </pc:picChg>
        <pc:picChg chg="add mod">
          <ac:chgData name="Judson Santiago" userId="ebb108da2f256286" providerId="LiveId" clId="{AF429FDD-0853-4BE1-A8CF-6B208FEEFB46}" dt="2023-03-27T18:01:08.488" v="2129" actId="164"/>
          <ac:picMkLst>
            <pc:docMk/>
            <pc:sldMk cId="3868093180" sldId="338"/>
            <ac:picMk id="9" creationId="{FD9F1C41-7BC9-9D00-C06C-D0FAAD7E443E}"/>
          </ac:picMkLst>
        </pc:picChg>
        <pc:picChg chg="add mod">
          <ac:chgData name="Judson Santiago" userId="ebb108da2f256286" providerId="LiveId" clId="{AF429FDD-0853-4BE1-A8CF-6B208FEEFB46}" dt="2023-03-27T18:01:08.488" v="2129" actId="164"/>
          <ac:picMkLst>
            <pc:docMk/>
            <pc:sldMk cId="3868093180" sldId="338"/>
            <ac:picMk id="11" creationId="{E74D6868-4A6C-8594-F38A-D49FB6658F82}"/>
          </ac:picMkLst>
        </pc:picChg>
        <pc:picChg chg="add mod">
          <ac:chgData name="Judson Santiago" userId="ebb108da2f256286" providerId="LiveId" clId="{AF429FDD-0853-4BE1-A8CF-6B208FEEFB46}" dt="2023-03-27T18:01:15.150" v="2132" actId="164"/>
          <ac:picMkLst>
            <pc:docMk/>
            <pc:sldMk cId="3868093180" sldId="338"/>
            <ac:picMk id="12" creationId="{24924057-7359-9E5B-F1B2-818A14781A43}"/>
          </ac:picMkLst>
        </pc:picChg>
        <pc:cxnChg chg="del topLvl">
          <ac:chgData name="Judson Santiago" userId="ebb108da2f256286" providerId="LiveId" clId="{AF429FDD-0853-4BE1-A8CF-6B208FEEFB46}" dt="2023-03-27T17:32:38.892" v="1110" actId="478"/>
          <ac:cxnSpMkLst>
            <pc:docMk/>
            <pc:sldMk cId="3868093180" sldId="338"/>
            <ac:cxnSpMk id="7" creationId="{4E7A5A4B-5ACC-0309-A30F-F60A2CBD56C4}"/>
          </ac:cxnSpMkLst>
        </pc:cxnChg>
        <pc:cxnChg chg="del">
          <ac:chgData name="Judson Santiago" userId="ebb108da2f256286" providerId="LiveId" clId="{AF429FDD-0853-4BE1-A8CF-6B208FEEFB46}" dt="2023-03-27T17:32:35.484" v="1108" actId="478"/>
          <ac:cxnSpMkLst>
            <pc:docMk/>
            <pc:sldMk cId="3868093180" sldId="338"/>
            <ac:cxnSpMk id="17" creationId="{8BA9E724-BB04-AF7E-A7DA-555F73C18A82}"/>
          </ac:cxnSpMkLst>
        </pc:cxnChg>
      </pc:sldChg>
      <pc:sldChg chg="modSp mod modNotesTx">
        <pc:chgData name="Judson Santiago" userId="ebb108da2f256286" providerId="LiveId" clId="{AF429FDD-0853-4BE1-A8CF-6B208FEEFB46}" dt="2023-03-31T23:50:10.043" v="9578" actId="6549"/>
        <pc:sldMkLst>
          <pc:docMk/>
          <pc:sldMk cId="765175575" sldId="348"/>
        </pc:sldMkLst>
        <pc:spChg chg="mod">
          <ac:chgData name="Judson Santiago" userId="ebb108da2f256286" providerId="LiveId" clId="{AF429FDD-0853-4BE1-A8CF-6B208FEEFB46}" dt="2023-03-31T23:50:10.043" v="9578" actId="6549"/>
          <ac:spMkLst>
            <pc:docMk/>
            <pc:sldMk cId="765175575" sldId="348"/>
            <ac:spMk id="2" creationId="{1B5E5EE7-FE4A-4A47-864C-DEC085BDD96C}"/>
          </ac:spMkLst>
        </pc:spChg>
      </pc:sldChg>
      <pc:sldChg chg="addSp delSp modSp mod modNotesTx">
        <pc:chgData name="Judson Santiago" userId="ebb108da2f256286" providerId="LiveId" clId="{AF429FDD-0853-4BE1-A8CF-6B208FEEFB46}" dt="2023-03-28T22:37:31.808" v="6017" actId="164"/>
        <pc:sldMkLst>
          <pc:docMk/>
          <pc:sldMk cId="686910975" sldId="380"/>
        </pc:sldMkLst>
        <pc:spChg chg="mod ord">
          <ac:chgData name="Judson Santiago" userId="ebb108da2f256286" providerId="LiveId" clId="{AF429FDD-0853-4BE1-A8CF-6B208FEEFB46}" dt="2023-03-27T17:20:32.596" v="812" actId="167"/>
          <ac:spMkLst>
            <pc:docMk/>
            <pc:sldMk cId="686910975" sldId="380"/>
            <ac:spMk id="3" creationId="{E8630A98-2B22-FD18-825C-770128E08C53}"/>
          </ac:spMkLst>
        </pc:spChg>
        <pc:spChg chg="del mod topLvl">
          <ac:chgData name="Judson Santiago" userId="ebb108da2f256286" providerId="LiveId" clId="{AF429FDD-0853-4BE1-A8CF-6B208FEEFB46}" dt="2023-03-27T16:59:33.880" v="261" actId="478"/>
          <ac:spMkLst>
            <pc:docMk/>
            <pc:sldMk cId="686910975" sldId="380"/>
            <ac:spMk id="4" creationId="{98889B6D-BFFC-E0D4-6A32-2B7FD98C2420}"/>
          </ac:spMkLst>
        </pc:spChg>
        <pc:spChg chg="add del mod ord">
          <ac:chgData name="Judson Santiago" userId="ebb108da2f256286" providerId="LiveId" clId="{AF429FDD-0853-4BE1-A8CF-6B208FEEFB46}" dt="2023-03-27T17:22:46.630" v="874" actId="478"/>
          <ac:spMkLst>
            <pc:docMk/>
            <pc:sldMk cId="686910975" sldId="380"/>
            <ac:spMk id="5" creationId="{2679FDC0-D19C-8434-6F27-A10C21BD4E47}"/>
          </ac:spMkLst>
        </pc:spChg>
        <pc:spChg chg="add mod">
          <ac:chgData name="Judson Santiago" userId="ebb108da2f256286" providerId="LiveId" clId="{AF429FDD-0853-4BE1-A8CF-6B208FEEFB46}" dt="2023-03-27T17:25:09.133" v="903" actId="14100"/>
          <ac:spMkLst>
            <pc:docMk/>
            <pc:sldMk cId="686910975" sldId="380"/>
            <ac:spMk id="7" creationId="{7D771D56-28C0-4529-45DF-B1A9BD50FF23}"/>
          </ac:spMkLst>
        </pc:spChg>
        <pc:spChg chg="mod">
          <ac:chgData name="Judson Santiago" userId="ebb108da2f256286" providerId="LiveId" clId="{AF429FDD-0853-4BE1-A8CF-6B208FEEFB46}" dt="2023-03-27T16:59:28.699" v="259" actId="165"/>
          <ac:spMkLst>
            <pc:docMk/>
            <pc:sldMk cId="686910975" sldId="380"/>
            <ac:spMk id="8" creationId="{87534D92-7D63-8723-626B-F0FE6C903314}"/>
          </ac:spMkLst>
        </pc:spChg>
        <pc:spChg chg="add mod">
          <ac:chgData name="Judson Santiago" userId="ebb108da2f256286" providerId="LiveId" clId="{AF429FDD-0853-4BE1-A8CF-6B208FEEFB46}" dt="2023-03-27T17:25:18.933" v="905" actId="14100"/>
          <ac:spMkLst>
            <pc:docMk/>
            <pc:sldMk cId="686910975" sldId="380"/>
            <ac:spMk id="11" creationId="{0BD5CA40-5B6E-4925-910E-F670639E6D35}"/>
          </ac:spMkLst>
        </pc:spChg>
        <pc:spChg chg="mod">
          <ac:chgData name="Judson Santiago" userId="ebb108da2f256286" providerId="LiveId" clId="{AF429FDD-0853-4BE1-A8CF-6B208FEEFB46}" dt="2023-03-27T16:59:28.699" v="259" actId="165"/>
          <ac:spMkLst>
            <pc:docMk/>
            <pc:sldMk cId="686910975" sldId="380"/>
            <ac:spMk id="14" creationId="{A73E71F9-E701-79EE-C680-93E9E3DF7797}"/>
          </ac:spMkLst>
        </pc:spChg>
        <pc:spChg chg="mod">
          <ac:chgData name="Judson Santiago" userId="ebb108da2f256286" providerId="LiveId" clId="{AF429FDD-0853-4BE1-A8CF-6B208FEEFB46}" dt="2023-03-27T17:01:48.812" v="330" actId="20577"/>
          <ac:spMkLst>
            <pc:docMk/>
            <pc:sldMk cId="686910975" sldId="380"/>
            <ac:spMk id="16" creationId="{9BC1E165-DCD0-60A7-1F7B-A9F2EB4B058E}"/>
          </ac:spMkLst>
        </pc:spChg>
        <pc:spChg chg="add del mod">
          <ac:chgData name="Judson Santiago" userId="ebb108da2f256286" providerId="LiveId" clId="{AF429FDD-0853-4BE1-A8CF-6B208FEEFB46}" dt="2023-03-27T17:19:46.100" v="787" actId="478"/>
          <ac:spMkLst>
            <pc:docMk/>
            <pc:sldMk cId="686910975" sldId="380"/>
            <ac:spMk id="21" creationId="{7A5E657D-265B-4E35-5C96-EFBEC134354B}"/>
          </ac:spMkLst>
        </pc:spChg>
        <pc:spChg chg="mod">
          <ac:chgData name="Judson Santiago" userId="ebb108da2f256286" providerId="LiveId" clId="{AF429FDD-0853-4BE1-A8CF-6B208FEEFB46}" dt="2023-03-27T17:15:10.590" v="630"/>
          <ac:spMkLst>
            <pc:docMk/>
            <pc:sldMk cId="686910975" sldId="380"/>
            <ac:spMk id="23" creationId="{D933EA1F-A509-13FB-021A-6257FECC3D91}"/>
          </ac:spMkLst>
        </pc:spChg>
        <pc:spChg chg="mod">
          <ac:chgData name="Judson Santiago" userId="ebb108da2f256286" providerId="LiveId" clId="{AF429FDD-0853-4BE1-A8CF-6B208FEEFB46}" dt="2023-03-27T17:15:10.590" v="630"/>
          <ac:spMkLst>
            <pc:docMk/>
            <pc:sldMk cId="686910975" sldId="380"/>
            <ac:spMk id="24" creationId="{E8A49187-E190-893D-F67F-9532AC54EBC1}"/>
          </ac:spMkLst>
        </pc:spChg>
        <pc:spChg chg="mod">
          <ac:chgData name="Judson Santiago" userId="ebb108da2f256286" providerId="LiveId" clId="{AF429FDD-0853-4BE1-A8CF-6B208FEEFB46}" dt="2023-03-27T17:01:44.284" v="325" actId="6549"/>
          <ac:spMkLst>
            <pc:docMk/>
            <pc:sldMk cId="686910975" sldId="380"/>
            <ac:spMk id="25" creationId="{2CC0491C-1B05-6876-39B4-B207E67BDC81}"/>
          </ac:spMkLst>
        </pc:spChg>
        <pc:spChg chg="mod">
          <ac:chgData name="Judson Santiago" userId="ebb108da2f256286" providerId="LiveId" clId="{AF429FDD-0853-4BE1-A8CF-6B208FEEFB46}" dt="2023-03-27T17:02:16.052" v="346" actId="20577"/>
          <ac:spMkLst>
            <pc:docMk/>
            <pc:sldMk cId="686910975" sldId="380"/>
            <ac:spMk id="26" creationId="{41040A14-A388-2699-B4D7-82A7F96FA98C}"/>
          </ac:spMkLst>
        </pc:spChg>
        <pc:spChg chg="del mod topLvl">
          <ac:chgData name="Judson Santiago" userId="ebb108da2f256286" providerId="LiveId" clId="{AF429FDD-0853-4BE1-A8CF-6B208FEEFB46}" dt="2023-03-27T17:00:38.213" v="289" actId="478"/>
          <ac:spMkLst>
            <pc:docMk/>
            <pc:sldMk cId="686910975" sldId="380"/>
            <ac:spMk id="27" creationId="{2D42EAA7-1B34-ACEF-CF1C-ECC93CA92E65}"/>
          </ac:spMkLst>
        </pc:spChg>
        <pc:spChg chg="mod">
          <ac:chgData name="Judson Santiago" userId="ebb108da2f256286" providerId="LiveId" clId="{AF429FDD-0853-4BE1-A8CF-6B208FEEFB46}" dt="2023-03-27T17:15:10.590" v="630"/>
          <ac:spMkLst>
            <pc:docMk/>
            <pc:sldMk cId="686910975" sldId="380"/>
            <ac:spMk id="30" creationId="{4DA54634-1A82-4664-E360-1D34D18FBE3B}"/>
          </ac:spMkLst>
        </pc:spChg>
        <pc:spChg chg="mod">
          <ac:chgData name="Judson Santiago" userId="ebb108da2f256286" providerId="LiveId" clId="{AF429FDD-0853-4BE1-A8CF-6B208FEEFB46}" dt="2023-03-27T17:15:10.590" v="630"/>
          <ac:spMkLst>
            <pc:docMk/>
            <pc:sldMk cId="686910975" sldId="380"/>
            <ac:spMk id="31" creationId="{46777A43-D92F-AE22-642E-694A74C14B26}"/>
          </ac:spMkLst>
        </pc:spChg>
        <pc:spChg chg="mod">
          <ac:chgData name="Judson Santiago" userId="ebb108da2f256286" providerId="LiveId" clId="{AF429FDD-0853-4BE1-A8CF-6B208FEEFB46}" dt="2023-03-27T17:16:24.687" v="677"/>
          <ac:spMkLst>
            <pc:docMk/>
            <pc:sldMk cId="686910975" sldId="380"/>
            <ac:spMk id="32" creationId="{9F337B00-3898-B2D7-EA28-C6EFBCB4B827}"/>
          </ac:spMkLst>
        </pc:spChg>
        <pc:spChg chg="add mod">
          <ac:chgData name="Judson Santiago" userId="ebb108da2f256286" providerId="LiveId" clId="{AF429FDD-0853-4BE1-A8CF-6B208FEEFB46}" dt="2023-03-28T22:37:31.808" v="6017" actId="164"/>
          <ac:spMkLst>
            <pc:docMk/>
            <pc:sldMk cId="686910975" sldId="380"/>
            <ac:spMk id="34" creationId="{75E729F7-A0A0-FFF9-79B4-20AA28926BA8}"/>
          </ac:spMkLst>
        </pc:spChg>
        <pc:grpChg chg="add mod">
          <ac:chgData name="Judson Santiago" userId="ebb108da2f256286" providerId="LiveId" clId="{AF429FDD-0853-4BE1-A8CF-6B208FEEFB46}" dt="2023-03-28T22:37:31.808" v="6017" actId="164"/>
          <ac:grpSpMkLst>
            <pc:docMk/>
            <pc:sldMk cId="686910975" sldId="380"/>
            <ac:grpSpMk id="4" creationId="{33BFD13E-9F78-FF7F-DA3A-80E44F14E5AF}"/>
          </ac:grpSpMkLst>
        </pc:grpChg>
        <pc:grpChg chg="del mod topLvl">
          <ac:chgData name="Judson Santiago" userId="ebb108da2f256286" providerId="LiveId" clId="{AF429FDD-0853-4BE1-A8CF-6B208FEEFB46}" dt="2023-03-27T17:15:19.656" v="633" actId="478"/>
          <ac:grpSpMkLst>
            <pc:docMk/>
            <pc:sldMk cId="686910975" sldId="380"/>
            <ac:grpSpMk id="6" creationId="{95526E72-86C6-6493-2B1D-83156A32AEDD}"/>
          </ac:grpSpMkLst>
        </pc:grpChg>
        <pc:grpChg chg="mod">
          <ac:chgData name="Judson Santiago" userId="ebb108da2f256286" providerId="LiveId" clId="{AF429FDD-0853-4BE1-A8CF-6B208FEEFB46}" dt="2023-03-27T16:59:28.699" v="259" actId="165"/>
          <ac:grpSpMkLst>
            <pc:docMk/>
            <pc:sldMk cId="686910975" sldId="380"/>
            <ac:grpSpMk id="15" creationId="{4201850A-2CD6-4ECB-D29F-B810A13CE439}"/>
          </ac:grpSpMkLst>
        </pc:grpChg>
        <pc:grpChg chg="add mod ord">
          <ac:chgData name="Judson Santiago" userId="ebb108da2f256286" providerId="LiveId" clId="{AF429FDD-0853-4BE1-A8CF-6B208FEEFB46}" dt="2023-03-28T22:37:31.808" v="6017" actId="164"/>
          <ac:grpSpMkLst>
            <pc:docMk/>
            <pc:sldMk cId="686910975" sldId="380"/>
            <ac:grpSpMk id="22" creationId="{CF18A61A-27E9-886B-D07B-41EFAF7BB578}"/>
          </ac:grpSpMkLst>
        </pc:grpChg>
        <pc:grpChg chg="mod">
          <ac:chgData name="Judson Santiago" userId="ebb108da2f256286" providerId="LiveId" clId="{AF429FDD-0853-4BE1-A8CF-6B208FEEFB46}" dt="2023-03-27T17:15:10.590" v="630"/>
          <ac:grpSpMkLst>
            <pc:docMk/>
            <pc:sldMk cId="686910975" sldId="380"/>
            <ac:grpSpMk id="28" creationId="{72F4F283-4AC1-2193-9ACE-1FF593509613}"/>
          </ac:grpSpMkLst>
        </pc:grpChg>
        <pc:grpChg chg="del">
          <ac:chgData name="Judson Santiago" userId="ebb108da2f256286" providerId="LiveId" clId="{AF429FDD-0853-4BE1-A8CF-6B208FEEFB46}" dt="2023-03-27T16:59:28.699" v="259" actId="165"/>
          <ac:grpSpMkLst>
            <pc:docMk/>
            <pc:sldMk cId="686910975" sldId="380"/>
            <ac:grpSpMk id="33" creationId="{193B2816-D0DE-F89D-7668-4825993AD072}"/>
          </ac:grpSpMkLst>
        </pc:grpChg>
        <pc:grpChg chg="add mod">
          <ac:chgData name="Judson Santiago" userId="ebb108da2f256286" providerId="LiveId" clId="{AF429FDD-0853-4BE1-A8CF-6B208FEEFB46}" dt="2023-03-28T22:37:31.808" v="6017" actId="164"/>
          <ac:grpSpMkLst>
            <pc:docMk/>
            <pc:sldMk cId="686910975" sldId="380"/>
            <ac:grpSpMk id="36" creationId="{1CD74696-7610-6947-4D22-D163D4EC7FEA}"/>
          </ac:grpSpMkLst>
        </pc:grpChg>
        <pc:picChg chg="add del mod">
          <ac:chgData name="Judson Santiago" userId="ebb108da2f256286" providerId="LiveId" clId="{AF429FDD-0853-4BE1-A8CF-6B208FEEFB46}" dt="2023-03-27T17:23:15.264" v="881" actId="478"/>
          <ac:picMkLst>
            <pc:docMk/>
            <pc:sldMk cId="686910975" sldId="380"/>
            <ac:picMk id="35" creationId="{72BE7BF2-DD8C-4FAF-E1CE-6FA0AF8F4636}"/>
          </ac:picMkLst>
        </pc:picChg>
        <pc:picChg chg="add del mod">
          <ac:chgData name="Judson Santiago" userId="ebb108da2f256286" providerId="LiveId" clId="{AF429FDD-0853-4BE1-A8CF-6B208FEEFB46}" dt="2023-03-27T17:26:01.616" v="913" actId="478"/>
          <ac:picMkLst>
            <pc:docMk/>
            <pc:sldMk cId="686910975" sldId="380"/>
            <ac:picMk id="38" creationId="{DBD40FB9-CB0A-9101-19DE-19B9F8107BB2}"/>
          </ac:picMkLst>
        </pc:picChg>
        <pc:picChg chg="add del mod">
          <ac:chgData name="Judson Santiago" userId="ebb108da2f256286" providerId="LiveId" clId="{AF429FDD-0853-4BE1-A8CF-6B208FEEFB46}" dt="2023-03-27T17:26:16.366" v="917" actId="478"/>
          <ac:picMkLst>
            <pc:docMk/>
            <pc:sldMk cId="686910975" sldId="380"/>
            <ac:picMk id="40" creationId="{474560C1-6A8C-B56E-F56B-5E48F6AF5CAF}"/>
          </ac:picMkLst>
        </pc:picChg>
        <pc:picChg chg="add del mod">
          <ac:chgData name="Judson Santiago" userId="ebb108da2f256286" providerId="LiveId" clId="{AF429FDD-0853-4BE1-A8CF-6B208FEEFB46}" dt="2023-03-27T17:26:14.631" v="916" actId="478"/>
          <ac:picMkLst>
            <pc:docMk/>
            <pc:sldMk cId="686910975" sldId="380"/>
            <ac:picMk id="42" creationId="{D38680FE-9314-F53E-4C77-C572BB6ABA14}"/>
          </ac:picMkLst>
        </pc:picChg>
        <pc:picChg chg="add mod">
          <ac:chgData name="Judson Santiago" userId="ebb108da2f256286" providerId="LiveId" clId="{AF429FDD-0853-4BE1-A8CF-6B208FEEFB46}" dt="2023-03-28T22:37:31.808" v="6017" actId="164"/>
          <ac:picMkLst>
            <pc:docMk/>
            <pc:sldMk cId="686910975" sldId="380"/>
            <ac:picMk id="44" creationId="{A45C86C8-A5AD-5C82-1E14-D37051447893}"/>
          </ac:picMkLst>
        </pc:picChg>
        <pc:cxnChg chg="add del mod">
          <ac:chgData name="Judson Santiago" userId="ebb108da2f256286" providerId="LiveId" clId="{AF429FDD-0853-4BE1-A8CF-6B208FEEFB46}" dt="2023-03-27T17:13:32.937" v="562" actId="478"/>
          <ac:cxnSpMkLst>
            <pc:docMk/>
            <pc:sldMk cId="686910975" sldId="380"/>
            <ac:cxnSpMk id="13" creationId="{4B4FE07C-6A24-1F05-3FC9-F15CE9B2C033}"/>
          </ac:cxnSpMkLst>
        </pc:cxnChg>
        <pc:cxnChg chg="add del mod">
          <ac:chgData name="Judson Santiago" userId="ebb108da2f256286" providerId="LiveId" clId="{AF429FDD-0853-4BE1-A8CF-6B208FEEFB46}" dt="2023-03-27T17:14:38.888" v="629" actId="478"/>
          <ac:cxnSpMkLst>
            <pc:docMk/>
            <pc:sldMk cId="686910975" sldId="380"/>
            <ac:cxnSpMk id="18" creationId="{DC879A1A-2125-599B-7613-1657A405B038}"/>
          </ac:cxnSpMkLst>
        </pc:cxnChg>
        <pc:cxnChg chg="del mod topLvl">
          <ac:chgData name="Judson Santiago" userId="ebb108da2f256286" providerId="LiveId" clId="{AF429FDD-0853-4BE1-A8CF-6B208FEEFB46}" dt="2023-03-27T17:22:48.055" v="875" actId="478"/>
          <ac:cxnSpMkLst>
            <pc:docMk/>
            <pc:sldMk cId="686910975" sldId="380"/>
            <ac:cxnSpMk id="29" creationId="{33011A38-2E89-BFD5-E1C1-BE910A89D6C0}"/>
          </ac:cxnSpMkLst>
        </pc:cxnChg>
      </pc:sldChg>
      <pc:sldChg chg="addSp delSp modSp mod">
        <pc:chgData name="Judson Santiago" userId="ebb108da2f256286" providerId="LiveId" clId="{AF429FDD-0853-4BE1-A8CF-6B208FEEFB46}" dt="2023-04-08T02:34:53.631" v="14576" actId="20577"/>
        <pc:sldMkLst>
          <pc:docMk/>
          <pc:sldMk cId="1592905072" sldId="439"/>
        </pc:sldMkLst>
        <pc:spChg chg="mod">
          <ac:chgData name="Judson Santiago" userId="ebb108da2f256286" providerId="LiveId" clId="{AF429FDD-0853-4BE1-A8CF-6B208FEEFB46}" dt="2023-04-08T02:34:53.631" v="14576" actId="20577"/>
          <ac:spMkLst>
            <pc:docMk/>
            <pc:sldMk cId="1592905072" sldId="439"/>
            <ac:spMk id="3" creationId="{8163265F-F642-B522-FF80-F3986EE624E2}"/>
          </ac:spMkLst>
        </pc:spChg>
        <pc:spChg chg="del">
          <ac:chgData name="Judson Santiago" userId="ebb108da2f256286" providerId="LiveId" clId="{AF429FDD-0853-4BE1-A8CF-6B208FEEFB46}" dt="2023-03-27T17:54:25.183" v="1739" actId="478"/>
          <ac:spMkLst>
            <pc:docMk/>
            <pc:sldMk cId="1592905072" sldId="439"/>
            <ac:spMk id="4" creationId="{4D54E143-A3EC-00C6-9041-9053BC5C2460}"/>
          </ac:spMkLst>
        </pc:spChg>
        <pc:spChg chg="add mod">
          <ac:chgData name="Judson Santiago" userId="ebb108da2f256286" providerId="LiveId" clId="{AF429FDD-0853-4BE1-A8CF-6B208FEEFB46}" dt="2023-04-04T23:31:32.264" v="14445" actId="1076"/>
          <ac:spMkLst>
            <pc:docMk/>
            <pc:sldMk cId="1592905072" sldId="439"/>
            <ac:spMk id="5" creationId="{9418EF9E-7E9E-58C3-AC48-30D218BA67D2}"/>
          </ac:spMkLst>
        </pc:spChg>
        <pc:spChg chg="add mod">
          <ac:chgData name="Judson Santiago" userId="ebb108da2f256286" providerId="LiveId" clId="{AF429FDD-0853-4BE1-A8CF-6B208FEEFB46}" dt="2023-04-04T23:30:38.027" v="14438" actId="1076"/>
          <ac:spMkLst>
            <pc:docMk/>
            <pc:sldMk cId="1592905072" sldId="439"/>
            <ac:spMk id="6" creationId="{4DC16000-FFF2-9A4E-4663-7DC66081ED4B}"/>
          </ac:spMkLst>
        </pc:spChg>
      </pc:sldChg>
      <pc:sldChg chg="del">
        <pc:chgData name="Judson Santiago" userId="ebb108da2f256286" providerId="LiveId" clId="{AF429FDD-0853-4BE1-A8CF-6B208FEEFB46}" dt="2023-03-27T17:54:01.169" v="1716" actId="47"/>
        <pc:sldMkLst>
          <pc:docMk/>
          <pc:sldMk cId="595307840" sldId="440"/>
        </pc:sldMkLst>
      </pc:sldChg>
      <pc:sldChg chg="del">
        <pc:chgData name="Judson Santiago" userId="ebb108da2f256286" providerId="LiveId" clId="{AF429FDD-0853-4BE1-A8CF-6B208FEEFB46}" dt="2023-03-27T17:54:01.671" v="1717" actId="47"/>
        <pc:sldMkLst>
          <pc:docMk/>
          <pc:sldMk cId="1940575276" sldId="441"/>
        </pc:sldMkLst>
      </pc:sldChg>
      <pc:sldChg chg="del">
        <pc:chgData name="Judson Santiago" userId="ebb108da2f256286" providerId="LiveId" clId="{AF429FDD-0853-4BE1-A8CF-6B208FEEFB46}" dt="2023-03-27T17:54:02.298" v="1718" actId="47"/>
        <pc:sldMkLst>
          <pc:docMk/>
          <pc:sldMk cId="3726933092" sldId="442"/>
        </pc:sldMkLst>
      </pc:sldChg>
      <pc:sldChg chg="del">
        <pc:chgData name="Judson Santiago" userId="ebb108da2f256286" providerId="LiveId" clId="{AF429FDD-0853-4BE1-A8CF-6B208FEEFB46}" dt="2023-03-27T17:54:02.777" v="1719" actId="47"/>
        <pc:sldMkLst>
          <pc:docMk/>
          <pc:sldMk cId="2994896896" sldId="443"/>
        </pc:sldMkLst>
      </pc:sldChg>
      <pc:sldChg chg="del">
        <pc:chgData name="Judson Santiago" userId="ebb108da2f256286" providerId="LiveId" clId="{AF429FDD-0853-4BE1-A8CF-6B208FEEFB46}" dt="2023-03-27T17:54:03.263" v="1720" actId="47"/>
        <pc:sldMkLst>
          <pc:docMk/>
          <pc:sldMk cId="3066659694" sldId="444"/>
        </pc:sldMkLst>
      </pc:sldChg>
      <pc:sldChg chg="del">
        <pc:chgData name="Judson Santiago" userId="ebb108da2f256286" providerId="LiveId" clId="{AF429FDD-0853-4BE1-A8CF-6B208FEEFB46}" dt="2023-03-27T17:54:05.934" v="1724" actId="47"/>
        <pc:sldMkLst>
          <pc:docMk/>
          <pc:sldMk cId="2210132421" sldId="445"/>
        </pc:sldMkLst>
      </pc:sldChg>
      <pc:sldChg chg="del">
        <pc:chgData name="Judson Santiago" userId="ebb108da2f256286" providerId="LiveId" clId="{AF429FDD-0853-4BE1-A8CF-6B208FEEFB46}" dt="2023-03-27T17:54:04.122" v="1721" actId="47"/>
        <pc:sldMkLst>
          <pc:docMk/>
          <pc:sldMk cId="3353692185" sldId="446"/>
        </pc:sldMkLst>
      </pc:sldChg>
      <pc:sldChg chg="del">
        <pc:chgData name="Judson Santiago" userId="ebb108da2f256286" providerId="LiveId" clId="{AF429FDD-0853-4BE1-A8CF-6B208FEEFB46}" dt="2023-03-27T17:54:04.953" v="1722" actId="47"/>
        <pc:sldMkLst>
          <pc:docMk/>
          <pc:sldMk cId="3994374586" sldId="447"/>
        </pc:sldMkLst>
      </pc:sldChg>
      <pc:sldChg chg="del">
        <pc:chgData name="Judson Santiago" userId="ebb108da2f256286" providerId="LiveId" clId="{AF429FDD-0853-4BE1-A8CF-6B208FEEFB46}" dt="2023-03-27T17:54:05.444" v="1723" actId="47"/>
        <pc:sldMkLst>
          <pc:docMk/>
          <pc:sldMk cId="3562705111" sldId="448"/>
        </pc:sldMkLst>
      </pc:sldChg>
      <pc:sldChg chg="del">
        <pc:chgData name="Judson Santiago" userId="ebb108da2f256286" providerId="LiveId" clId="{AF429FDD-0853-4BE1-A8CF-6B208FEEFB46}" dt="2023-03-27T17:54:13.099" v="1732" actId="47"/>
        <pc:sldMkLst>
          <pc:docMk/>
          <pc:sldMk cId="4006487842" sldId="449"/>
        </pc:sldMkLst>
      </pc:sldChg>
      <pc:sldChg chg="del">
        <pc:chgData name="Judson Santiago" userId="ebb108da2f256286" providerId="LiveId" clId="{AF429FDD-0853-4BE1-A8CF-6B208FEEFB46}" dt="2023-03-27T17:54:07.046" v="1725" actId="47"/>
        <pc:sldMkLst>
          <pc:docMk/>
          <pc:sldMk cId="3701522695" sldId="450"/>
        </pc:sldMkLst>
      </pc:sldChg>
      <pc:sldChg chg="del">
        <pc:chgData name="Judson Santiago" userId="ebb108da2f256286" providerId="LiveId" clId="{AF429FDD-0853-4BE1-A8CF-6B208FEEFB46}" dt="2023-03-27T17:54:07.874" v="1726" actId="47"/>
        <pc:sldMkLst>
          <pc:docMk/>
          <pc:sldMk cId="2096657778" sldId="451"/>
        </pc:sldMkLst>
      </pc:sldChg>
      <pc:sldChg chg="del">
        <pc:chgData name="Judson Santiago" userId="ebb108da2f256286" providerId="LiveId" clId="{AF429FDD-0853-4BE1-A8CF-6B208FEEFB46}" dt="2023-03-27T17:54:09.016" v="1727" actId="47"/>
        <pc:sldMkLst>
          <pc:docMk/>
          <pc:sldMk cId="931328000" sldId="452"/>
        </pc:sldMkLst>
      </pc:sldChg>
      <pc:sldChg chg="del">
        <pc:chgData name="Judson Santiago" userId="ebb108da2f256286" providerId="LiveId" clId="{AF429FDD-0853-4BE1-A8CF-6B208FEEFB46}" dt="2023-03-27T17:54:09.884" v="1728" actId="47"/>
        <pc:sldMkLst>
          <pc:docMk/>
          <pc:sldMk cId="916019436" sldId="453"/>
        </pc:sldMkLst>
      </pc:sldChg>
      <pc:sldChg chg="del">
        <pc:chgData name="Judson Santiago" userId="ebb108da2f256286" providerId="LiveId" clId="{AF429FDD-0853-4BE1-A8CF-6B208FEEFB46}" dt="2023-03-27T17:54:10.616" v="1729" actId="47"/>
        <pc:sldMkLst>
          <pc:docMk/>
          <pc:sldMk cId="3677661360" sldId="454"/>
        </pc:sldMkLst>
      </pc:sldChg>
      <pc:sldChg chg="del">
        <pc:chgData name="Judson Santiago" userId="ebb108da2f256286" providerId="LiveId" clId="{AF429FDD-0853-4BE1-A8CF-6B208FEEFB46}" dt="2023-03-27T17:54:11.275" v="1730" actId="47"/>
        <pc:sldMkLst>
          <pc:docMk/>
          <pc:sldMk cId="144670926" sldId="455"/>
        </pc:sldMkLst>
      </pc:sldChg>
      <pc:sldChg chg="del">
        <pc:chgData name="Judson Santiago" userId="ebb108da2f256286" providerId="LiveId" clId="{AF429FDD-0853-4BE1-A8CF-6B208FEEFB46}" dt="2023-03-27T17:54:11.971" v="1731" actId="47"/>
        <pc:sldMkLst>
          <pc:docMk/>
          <pc:sldMk cId="1774711323" sldId="456"/>
        </pc:sldMkLst>
      </pc:sldChg>
      <pc:sldChg chg="del">
        <pc:chgData name="Judson Santiago" userId="ebb108da2f256286" providerId="LiveId" clId="{AF429FDD-0853-4BE1-A8CF-6B208FEEFB46}" dt="2023-03-27T17:54:15.664" v="1735" actId="47"/>
        <pc:sldMkLst>
          <pc:docMk/>
          <pc:sldMk cId="1191435381" sldId="457"/>
        </pc:sldMkLst>
      </pc:sldChg>
      <pc:sldChg chg="del">
        <pc:chgData name="Judson Santiago" userId="ebb108da2f256286" providerId="LiveId" clId="{AF429FDD-0853-4BE1-A8CF-6B208FEEFB46}" dt="2023-03-27T17:54:14.488" v="1734" actId="47"/>
        <pc:sldMkLst>
          <pc:docMk/>
          <pc:sldMk cId="3794285313" sldId="458"/>
        </pc:sldMkLst>
      </pc:sldChg>
      <pc:sldChg chg="del">
        <pc:chgData name="Judson Santiago" userId="ebb108da2f256286" providerId="LiveId" clId="{AF429FDD-0853-4BE1-A8CF-6B208FEEFB46}" dt="2023-03-27T17:54:13.817" v="1733" actId="47"/>
        <pc:sldMkLst>
          <pc:docMk/>
          <pc:sldMk cId="562095280" sldId="459"/>
        </pc:sldMkLst>
      </pc:sldChg>
      <pc:sldChg chg="addSp delSp modSp new mod">
        <pc:chgData name="Judson Santiago" userId="ebb108da2f256286" providerId="LiveId" clId="{AF429FDD-0853-4BE1-A8CF-6B208FEEFB46}" dt="2023-03-27T19:36:49.928" v="3209"/>
        <pc:sldMkLst>
          <pc:docMk/>
          <pc:sldMk cId="1077692673" sldId="460"/>
        </pc:sldMkLst>
        <pc:spChg chg="mod">
          <ac:chgData name="Judson Santiago" userId="ebb108da2f256286" providerId="LiveId" clId="{AF429FDD-0853-4BE1-A8CF-6B208FEEFB46}" dt="2023-03-27T19:36:49.928" v="3209"/>
          <ac:spMkLst>
            <pc:docMk/>
            <pc:sldMk cId="1077692673" sldId="460"/>
            <ac:spMk id="2" creationId="{60A84F1A-A2A8-6377-09B2-D530630E11EA}"/>
          </ac:spMkLst>
        </pc:spChg>
        <pc:spChg chg="mod">
          <ac:chgData name="Judson Santiago" userId="ebb108da2f256286" providerId="LiveId" clId="{AF429FDD-0853-4BE1-A8CF-6B208FEEFB46}" dt="2023-03-27T19:35:53.589" v="3208" actId="113"/>
          <ac:spMkLst>
            <pc:docMk/>
            <pc:sldMk cId="1077692673" sldId="460"/>
            <ac:spMk id="3" creationId="{A2B0FCC9-2BC3-5727-81D5-DA07B6F1919C}"/>
          </ac:spMkLst>
        </pc:spChg>
        <pc:spChg chg="add del mod">
          <ac:chgData name="Judson Santiago" userId="ebb108da2f256286" providerId="LiveId" clId="{AF429FDD-0853-4BE1-A8CF-6B208FEEFB46}" dt="2023-03-27T18:17:15.824" v="2559" actId="478"/>
          <ac:spMkLst>
            <pc:docMk/>
            <pc:sldMk cId="1077692673" sldId="460"/>
            <ac:spMk id="4" creationId="{E930C1E6-D09F-C908-02AC-FD0E9B4486F7}"/>
          </ac:spMkLst>
        </pc:spChg>
        <pc:spChg chg="add del mod">
          <ac:chgData name="Judson Santiago" userId="ebb108da2f256286" providerId="LiveId" clId="{AF429FDD-0853-4BE1-A8CF-6B208FEEFB46}" dt="2023-03-27T19:30:35.220" v="3157" actId="478"/>
          <ac:spMkLst>
            <pc:docMk/>
            <pc:sldMk cId="1077692673" sldId="460"/>
            <ac:spMk id="5" creationId="{F2F6B5D3-83A3-83F1-3558-E3858CE0747C}"/>
          </ac:spMkLst>
        </pc:spChg>
        <pc:spChg chg="mod">
          <ac:chgData name="Judson Santiago" userId="ebb108da2f256286" providerId="LiveId" clId="{AF429FDD-0853-4BE1-A8CF-6B208FEEFB46}" dt="2023-03-27T18:17:53.918" v="2561"/>
          <ac:spMkLst>
            <pc:docMk/>
            <pc:sldMk cId="1077692673" sldId="460"/>
            <ac:spMk id="7" creationId="{1CE98F6C-C688-D22A-98C6-FE1410FB335E}"/>
          </ac:spMkLst>
        </pc:spChg>
        <pc:spChg chg="mod">
          <ac:chgData name="Judson Santiago" userId="ebb108da2f256286" providerId="LiveId" clId="{AF429FDD-0853-4BE1-A8CF-6B208FEEFB46}" dt="2023-03-27T18:17:53.918" v="2561"/>
          <ac:spMkLst>
            <pc:docMk/>
            <pc:sldMk cId="1077692673" sldId="460"/>
            <ac:spMk id="8" creationId="{88842B84-E4A5-0522-F07A-C5249740A23B}"/>
          </ac:spMkLst>
        </pc:spChg>
        <pc:spChg chg="mod">
          <ac:chgData name="Judson Santiago" userId="ebb108da2f256286" providerId="LiveId" clId="{AF429FDD-0853-4BE1-A8CF-6B208FEEFB46}" dt="2023-03-27T18:17:53.918" v="2561"/>
          <ac:spMkLst>
            <pc:docMk/>
            <pc:sldMk cId="1077692673" sldId="460"/>
            <ac:spMk id="10" creationId="{30B3DED5-F741-75F5-F222-7810CFFE31FC}"/>
          </ac:spMkLst>
        </pc:spChg>
        <pc:spChg chg="mod">
          <ac:chgData name="Judson Santiago" userId="ebb108da2f256286" providerId="LiveId" clId="{AF429FDD-0853-4BE1-A8CF-6B208FEEFB46}" dt="2023-03-27T18:17:53.918" v="2561"/>
          <ac:spMkLst>
            <pc:docMk/>
            <pc:sldMk cId="1077692673" sldId="460"/>
            <ac:spMk id="11" creationId="{D373F229-EC80-E54F-7778-6697EA78C932}"/>
          </ac:spMkLst>
        </pc:spChg>
        <pc:spChg chg="mod">
          <ac:chgData name="Judson Santiago" userId="ebb108da2f256286" providerId="LiveId" clId="{AF429FDD-0853-4BE1-A8CF-6B208FEEFB46}" dt="2023-03-27T18:17:53.918" v="2561"/>
          <ac:spMkLst>
            <pc:docMk/>
            <pc:sldMk cId="1077692673" sldId="460"/>
            <ac:spMk id="12" creationId="{1B5C9DD6-BA11-5096-A062-380BA015DD93}"/>
          </ac:spMkLst>
        </pc:spChg>
        <pc:spChg chg="add mod">
          <ac:chgData name="Judson Santiago" userId="ebb108da2f256286" providerId="LiveId" clId="{AF429FDD-0853-4BE1-A8CF-6B208FEEFB46}" dt="2023-03-27T19:32:00.113" v="3180"/>
          <ac:spMkLst>
            <pc:docMk/>
            <pc:sldMk cId="1077692673" sldId="460"/>
            <ac:spMk id="13" creationId="{9A46E38D-F204-D166-3F94-D8F74CC5D672}"/>
          </ac:spMkLst>
        </pc:spChg>
        <pc:spChg chg="mod">
          <ac:chgData name="Judson Santiago" userId="ebb108da2f256286" providerId="LiveId" clId="{AF429FDD-0853-4BE1-A8CF-6B208FEEFB46}" dt="2023-03-27T18:28:43.298" v="2763" actId="404"/>
          <ac:spMkLst>
            <pc:docMk/>
            <pc:sldMk cId="1077692673" sldId="460"/>
            <ac:spMk id="15" creationId="{D01DAEE5-F21A-DA9F-BC80-85C046A874C3}"/>
          </ac:spMkLst>
        </pc:spChg>
        <pc:spChg chg="mod">
          <ac:chgData name="Judson Santiago" userId="ebb108da2f256286" providerId="LiveId" clId="{AF429FDD-0853-4BE1-A8CF-6B208FEEFB46}" dt="2023-03-27T18:28:43.298" v="2763" actId="404"/>
          <ac:spMkLst>
            <pc:docMk/>
            <pc:sldMk cId="1077692673" sldId="460"/>
            <ac:spMk id="16" creationId="{0687B58E-FE65-4795-2792-8FBA0069102E}"/>
          </ac:spMkLst>
        </pc:spChg>
        <pc:spChg chg="mod">
          <ac:chgData name="Judson Santiago" userId="ebb108da2f256286" providerId="LiveId" clId="{AF429FDD-0853-4BE1-A8CF-6B208FEEFB46}" dt="2023-03-27T18:28:54.411" v="2768" actId="404"/>
          <ac:spMkLst>
            <pc:docMk/>
            <pc:sldMk cId="1077692673" sldId="460"/>
            <ac:spMk id="18" creationId="{4F90D69B-F464-7C03-32A4-0C15F74FD4A2}"/>
          </ac:spMkLst>
        </pc:spChg>
        <pc:spChg chg="mod">
          <ac:chgData name="Judson Santiago" userId="ebb108da2f256286" providerId="LiveId" clId="{AF429FDD-0853-4BE1-A8CF-6B208FEEFB46}" dt="2023-03-27T18:28:54.411" v="2768" actId="404"/>
          <ac:spMkLst>
            <pc:docMk/>
            <pc:sldMk cId="1077692673" sldId="460"/>
            <ac:spMk id="19" creationId="{B25398E3-28DD-A692-07AB-087E4F2A9D55}"/>
          </ac:spMkLst>
        </pc:spChg>
        <pc:spChg chg="mod">
          <ac:chgData name="Judson Santiago" userId="ebb108da2f256286" providerId="LiveId" clId="{AF429FDD-0853-4BE1-A8CF-6B208FEEFB46}" dt="2023-03-27T18:28:54.411" v="2768" actId="404"/>
          <ac:spMkLst>
            <pc:docMk/>
            <pc:sldMk cId="1077692673" sldId="460"/>
            <ac:spMk id="20" creationId="{1560D2C6-8877-7106-B5E3-25923B750730}"/>
          </ac:spMkLst>
        </pc:spChg>
        <pc:spChg chg="mod">
          <ac:chgData name="Judson Santiago" userId="ebb108da2f256286" providerId="LiveId" clId="{AF429FDD-0853-4BE1-A8CF-6B208FEEFB46}" dt="2023-03-27T18:29:10.571" v="2772"/>
          <ac:spMkLst>
            <pc:docMk/>
            <pc:sldMk cId="1077692673" sldId="460"/>
            <ac:spMk id="22" creationId="{763903F1-3E3D-C68D-08BA-7BD6AEE7DAD2}"/>
          </ac:spMkLst>
        </pc:spChg>
        <pc:spChg chg="mod">
          <ac:chgData name="Judson Santiago" userId="ebb108da2f256286" providerId="LiveId" clId="{AF429FDD-0853-4BE1-A8CF-6B208FEEFB46}" dt="2023-03-27T18:29:10.571" v="2772"/>
          <ac:spMkLst>
            <pc:docMk/>
            <pc:sldMk cId="1077692673" sldId="460"/>
            <ac:spMk id="23" creationId="{85723DC6-F0E2-A80B-7627-D1EAC38ED16F}"/>
          </ac:spMkLst>
        </pc:spChg>
        <pc:spChg chg="mod">
          <ac:chgData name="Judson Santiago" userId="ebb108da2f256286" providerId="LiveId" clId="{AF429FDD-0853-4BE1-A8CF-6B208FEEFB46}" dt="2023-03-27T18:30:48.126" v="2795" actId="313"/>
          <ac:spMkLst>
            <pc:docMk/>
            <pc:sldMk cId="1077692673" sldId="460"/>
            <ac:spMk id="25" creationId="{A1F11705-A09A-4F83-852F-5BAD8AA068ED}"/>
          </ac:spMkLst>
        </pc:spChg>
        <pc:spChg chg="mod">
          <ac:chgData name="Judson Santiago" userId="ebb108da2f256286" providerId="LiveId" clId="{AF429FDD-0853-4BE1-A8CF-6B208FEEFB46}" dt="2023-03-27T18:29:10.571" v="2772"/>
          <ac:spMkLst>
            <pc:docMk/>
            <pc:sldMk cId="1077692673" sldId="460"/>
            <ac:spMk id="26" creationId="{34427630-CFF8-5F16-2870-EDEC59C2064F}"/>
          </ac:spMkLst>
        </pc:spChg>
        <pc:spChg chg="mod">
          <ac:chgData name="Judson Santiago" userId="ebb108da2f256286" providerId="LiveId" clId="{AF429FDD-0853-4BE1-A8CF-6B208FEEFB46}" dt="2023-03-27T18:29:48.288" v="2783" actId="5793"/>
          <ac:spMkLst>
            <pc:docMk/>
            <pc:sldMk cId="1077692673" sldId="460"/>
            <ac:spMk id="27" creationId="{B2B35ACC-4113-DD4B-A1BC-113532551120}"/>
          </ac:spMkLst>
        </pc:spChg>
        <pc:spChg chg="add del mod">
          <ac:chgData name="Judson Santiago" userId="ebb108da2f256286" providerId="LiveId" clId="{AF429FDD-0853-4BE1-A8CF-6B208FEEFB46}" dt="2023-03-27T19:31:19.542" v="3169" actId="22"/>
          <ac:spMkLst>
            <pc:docMk/>
            <pc:sldMk cId="1077692673" sldId="460"/>
            <ac:spMk id="31" creationId="{5AEAA18D-972B-8E58-A97C-E0AE22F05BE6}"/>
          </ac:spMkLst>
        </pc:spChg>
        <pc:grpChg chg="add del mod">
          <ac:chgData name="Judson Santiago" userId="ebb108da2f256286" providerId="LiveId" clId="{AF429FDD-0853-4BE1-A8CF-6B208FEEFB46}" dt="2023-03-27T18:23:47.110" v="2713" actId="478"/>
          <ac:grpSpMkLst>
            <pc:docMk/>
            <pc:sldMk cId="1077692673" sldId="460"/>
            <ac:grpSpMk id="6" creationId="{8F0D75F7-72F9-C36E-F46D-54E21DDCFBF2}"/>
          </ac:grpSpMkLst>
        </pc:grpChg>
        <pc:grpChg chg="mod">
          <ac:chgData name="Judson Santiago" userId="ebb108da2f256286" providerId="LiveId" clId="{AF429FDD-0853-4BE1-A8CF-6B208FEEFB46}" dt="2023-03-27T18:17:53.918" v="2561"/>
          <ac:grpSpMkLst>
            <pc:docMk/>
            <pc:sldMk cId="1077692673" sldId="460"/>
            <ac:grpSpMk id="9" creationId="{EF332A55-CCBF-2F77-56F7-B808DA6DF749}"/>
          </ac:grpSpMkLst>
        </pc:grpChg>
        <pc:grpChg chg="add mod">
          <ac:chgData name="Judson Santiago" userId="ebb108da2f256286" providerId="LiveId" clId="{AF429FDD-0853-4BE1-A8CF-6B208FEEFB46}" dt="2023-03-27T19:32:28.667" v="3184" actId="1076"/>
          <ac:grpSpMkLst>
            <pc:docMk/>
            <pc:sldMk cId="1077692673" sldId="460"/>
            <ac:grpSpMk id="14" creationId="{11D72063-57FD-3B45-D243-8CC64AB906AD}"/>
          </ac:grpSpMkLst>
        </pc:grpChg>
        <pc:grpChg chg="mod">
          <ac:chgData name="Judson Santiago" userId="ebb108da2f256286" providerId="LiveId" clId="{AF429FDD-0853-4BE1-A8CF-6B208FEEFB46}" dt="2023-03-27T18:27:41.043" v="2755"/>
          <ac:grpSpMkLst>
            <pc:docMk/>
            <pc:sldMk cId="1077692673" sldId="460"/>
            <ac:grpSpMk id="17" creationId="{16B72702-86E7-2206-BB36-2626165681B7}"/>
          </ac:grpSpMkLst>
        </pc:grpChg>
        <pc:grpChg chg="add mod">
          <ac:chgData name="Judson Santiago" userId="ebb108da2f256286" providerId="LiveId" clId="{AF429FDD-0853-4BE1-A8CF-6B208FEEFB46}" dt="2023-03-27T19:32:28.667" v="3184" actId="1076"/>
          <ac:grpSpMkLst>
            <pc:docMk/>
            <pc:sldMk cId="1077692673" sldId="460"/>
            <ac:grpSpMk id="21" creationId="{C92B8A60-6824-B6E9-B188-0378A22786B4}"/>
          </ac:grpSpMkLst>
        </pc:grpChg>
        <pc:grpChg chg="mod">
          <ac:chgData name="Judson Santiago" userId="ebb108da2f256286" providerId="LiveId" clId="{AF429FDD-0853-4BE1-A8CF-6B208FEEFB46}" dt="2023-03-27T18:29:10.571" v="2772"/>
          <ac:grpSpMkLst>
            <pc:docMk/>
            <pc:sldMk cId="1077692673" sldId="460"/>
            <ac:grpSpMk id="24" creationId="{A159C91D-D0AD-41C9-09D7-A789FFAC6B26}"/>
          </ac:grpSpMkLst>
        </pc:grpChg>
        <pc:cxnChg chg="add mod">
          <ac:chgData name="Judson Santiago" userId="ebb108da2f256286" providerId="LiveId" clId="{AF429FDD-0853-4BE1-A8CF-6B208FEEFB46}" dt="2023-03-27T19:32:13.056" v="3183" actId="14100"/>
          <ac:cxnSpMkLst>
            <pc:docMk/>
            <pc:sldMk cId="1077692673" sldId="460"/>
            <ac:cxnSpMk id="29" creationId="{3F5818B7-2D56-6216-9366-A67BED66778C}"/>
          </ac:cxnSpMkLst>
        </pc:cxnChg>
      </pc:sldChg>
      <pc:sldChg chg="addSp delSp modSp new mod modNotesTx">
        <pc:chgData name="Judson Santiago" userId="ebb108da2f256286" providerId="LiveId" clId="{AF429FDD-0853-4BE1-A8CF-6B208FEEFB46}" dt="2023-03-28T22:29:49.808" v="5826" actId="20577"/>
        <pc:sldMkLst>
          <pc:docMk/>
          <pc:sldMk cId="3198138908" sldId="461"/>
        </pc:sldMkLst>
        <pc:spChg chg="mod">
          <ac:chgData name="Judson Santiago" userId="ebb108da2f256286" providerId="LiveId" clId="{AF429FDD-0853-4BE1-A8CF-6B208FEEFB46}" dt="2023-03-28T22:29:49.808" v="5826" actId="20577"/>
          <ac:spMkLst>
            <pc:docMk/>
            <pc:sldMk cId="3198138908" sldId="461"/>
            <ac:spMk id="2" creationId="{173EF89A-0F7B-877C-8BCF-9F92301639AB}"/>
          </ac:spMkLst>
        </pc:spChg>
        <pc:spChg chg="mod">
          <ac:chgData name="Judson Santiago" userId="ebb108da2f256286" providerId="LiveId" clId="{AF429FDD-0853-4BE1-A8CF-6B208FEEFB46}" dt="2023-03-27T23:30:53.402" v="4933" actId="1076"/>
          <ac:spMkLst>
            <pc:docMk/>
            <pc:sldMk cId="3198138908" sldId="461"/>
            <ac:spMk id="3" creationId="{E93F6D4A-4AE4-05A0-8AA7-5E5688A67ADC}"/>
          </ac:spMkLst>
        </pc:spChg>
        <pc:spChg chg="add mod">
          <ac:chgData name="Judson Santiago" userId="ebb108da2f256286" providerId="LiveId" clId="{AF429FDD-0853-4BE1-A8CF-6B208FEEFB46}" dt="2023-03-28T22:13:50.262" v="5666" actId="164"/>
          <ac:spMkLst>
            <pc:docMk/>
            <pc:sldMk cId="3198138908" sldId="461"/>
            <ac:spMk id="4" creationId="{459CE033-6CAC-60AF-5E16-CDFE754E8F17}"/>
          </ac:spMkLst>
        </pc:spChg>
        <pc:spChg chg="add mod">
          <ac:chgData name="Judson Santiago" userId="ebb108da2f256286" providerId="LiveId" clId="{AF429FDD-0853-4BE1-A8CF-6B208FEEFB46}" dt="2023-03-28T22:13:50.262" v="5666" actId="164"/>
          <ac:spMkLst>
            <pc:docMk/>
            <pc:sldMk cId="3198138908" sldId="461"/>
            <ac:spMk id="6" creationId="{4D821AB8-339B-F1C6-0103-C2EE0D68B633}"/>
          </ac:spMkLst>
        </pc:spChg>
        <pc:spChg chg="add mod">
          <ac:chgData name="Judson Santiago" userId="ebb108da2f256286" providerId="LiveId" clId="{AF429FDD-0853-4BE1-A8CF-6B208FEEFB46}" dt="2023-03-28T22:13:50.262" v="5666" actId="164"/>
          <ac:spMkLst>
            <pc:docMk/>
            <pc:sldMk cId="3198138908" sldId="461"/>
            <ac:spMk id="10" creationId="{76BCE8E1-6F9B-C7CF-B914-F6F15A5F1B14}"/>
          </ac:spMkLst>
        </pc:spChg>
        <pc:spChg chg="add mod">
          <ac:chgData name="Judson Santiago" userId="ebb108da2f256286" providerId="LiveId" clId="{AF429FDD-0853-4BE1-A8CF-6B208FEEFB46}" dt="2023-03-28T22:13:50.262" v="5666" actId="164"/>
          <ac:spMkLst>
            <pc:docMk/>
            <pc:sldMk cId="3198138908" sldId="461"/>
            <ac:spMk id="11" creationId="{EB5FF697-1F5C-50B2-9DFC-F42DF0E89FFC}"/>
          </ac:spMkLst>
        </pc:spChg>
        <pc:spChg chg="add mod">
          <ac:chgData name="Judson Santiago" userId="ebb108da2f256286" providerId="LiveId" clId="{AF429FDD-0853-4BE1-A8CF-6B208FEEFB46}" dt="2023-03-28T22:13:50.262" v="5666" actId="164"/>
          <ac:spMkLst>
            <pc:docMk/>
            <pc:sldMk cId="3198138908" sldId="461"/>
            <ac:spMk id="14" creationId="{57BF5784-F99A-E0F4-5013-3ED4E6D569C9}"/>
          </ac:spMkLst>
        </pc:spChg>
        <pc:grpChg chg="add mod">
          <ac:chgData name="Judson Santiago" userId="ebb108da2f256286" providerId="LiveId" clId="{AF429FDD-0853-4BE1-A8CF-6B208FEEFB46}" dt="2023-03-28T22:13:50.262" v="5666" actId="164"/>
          <ac:grpSpMkLst>
            <pc:docMk/>
            <pc:sldMk cId="3198138908" sldId="461"/>
            <ac:grpSpMk id="7" creationId="{DB6320FC-D9FD-893C-3BE5-EA9CB010B5F2}"/>
          </ac:grpSpMkLst>
        </pc:grpChg>
        <pc:picChg chg="add del mod">
          <ac:chgData name="Judson Santiago" userId="ebb108da2f256286" providerId="LiveId" clId="{AF429FDD-0853-4BE1-A8CF-6B208FEEFB46}" dt="2023-03-27T21:44:10.574" v="3362" actId="478"/>
          <ac:picMkLst>
            <pc:docMk/>
            <pc:sldMk cId="3198138908" sldId="461"/>
            <ac:picMk id="9" creationId="{20E012B0-7AA9-168F-2835-5EE9F580D1DA}"/>
          </ac:picMkLst>
        </pc:picChg>
        <pc:picChg chg="add del mod">
          <ac:chgData name="Judson Santiago" userId="ebb108da2f256286" providerId="LiveId" clId="{AF429FDD-0853-4BE1-A8CF-6B208FEEFB46}" dt="2023-03-27T23:37:25.999" v="5057" actId="478"/>
          <ac:picMkLst>
            <pc:docMk/>
            <pc:sldMk cId="3198138908" sldId="461"/>
            <ac:picMk id="13" creationId="{937DD357-9721-558B-2359-9E540717BB4A}"/>
          </ac:picMkLst>
        </pc:picChg>
        <pc:picChg chg="add del mod">
          <ac:chgData name="Judson Santiago" userId="ebb108da2f256286" providerId="LiveId" clId="{AF429FDD-0853-4BE1-A8CF-6B208FEEFB46}" dt="2023-03-27T23:41:21.549" v="5079" actId="478"/>
          <ac:picMkLst>
            <pc:docMk/>
            <pc:sldMk cId="3198138908" sldId="461"/>
            <ac:picMk id="16" creationId="{41D7DCE4-B5E3-BFAF-C937-12D43D8B1B41}"/>
          </ac:picMkLst>
        </pc:picChg>
        <pc:picChg chg="add mod">
          <ac:chgData name="Judson Santiago" userId="ebb108da2f256286" providerId="LiveId" clId="{AF429FDD-0853-4BE1-A8CF-6B208FEEFB46}" dt="2023-03-28T22:13:50.262" v="5666" actId="164"/>
          <ac:picMkLst>
            <pc:docMk/>
            <pc:sldMk cId="3198138908" sldId="461"/>
            <ac:picMk id="17" creationId="{F8D5B307-6667-344D-3CAE-6E9A53897FB7}"/>
          </ac:picMkLst>
        </pc:picChg>
        <pc:cxnChg chg="add mod">
          <ac:chgData name="Judson Santiago" userId="ebb108da2f256286" providerId="LiveId" clId="{AF429FDD-0853-4BE1-A8CF-6B208FEEFB46}" dt="2023-03-28T22:13:50.262" v="5666" actId="164"/>
          <ac:cxnSpMkLst>
            <pc:docMk/>
            <pc:sldMk cId="3198138908" sldId="461"/>
            <ac:cxnSpMk id="5" creationId="{F431B1CE-82E1-AAE3-6913-88DC29A1BD15}"/>
          </ac:cxnSpMkLst>
        </pc:cxnChg>
      </pc:sldChg>
      <pc:sldChg chg="delSp modSp add del mod">
        <pc:chgData name="Judson Santiago" userId="ebb108da2f256286" providerId="LiveId" clId="{AF429FDD-0853-4BE1-A8CF-6B208FEEFB46}" dt="2023-03-27T19:34:28.760" v="3199" actId="47"/>
        <pc:sldMkLst>
          <pc:docMk/>
          <pc:sldMk cId="759652412" sldId="462"/>
        </pc:sldMkLst>
        <pc:spChg chg="mod">
          <ac:chgData name="Judson Santiago" userId="ebb108da2f256286" providerId="LiveId" clId="{AF429FDD-0853-4BE1-A8CF-6B208FEEFB46}" dt="2023-03-27T19:30:40.292" v="3159" actId="6549"/>
          <ac:spMkLst>
            <pc:docMk/>
            <pc:sldMk cId="759652412" sldId="462"/>
            <ac:spMk id="3" creationId="{A2B0FCC9-2BC3-5727-81D5-DA07B6F1919C}"/>
          </ac:spMkLst>
        </pc:spChg>
        <pc:spChg chg="del">
          <ac:chgData name="Judson Santiago" userId="ebb108da2f256286" providerId="LiveId" clId="{AF429FDD-0853-4BE1-A8CF-6B208FEEFB46}" dt="2023-03-27T19:30:43.996" v="3160" actId="478"/>
          <ac:spMkLst>
            <pc:docMk/>
            <pc:sldMk cId="759652412" sldId="462"/>
            <ac:spMk id="13" creationId="{9A46E38D-F204-D166-3F94-D8F74CC5D672}"/>
          </ac:spMkLst>
        </pc:spChg>
      </pc:sldChg>
      <pc:sldChg chg="addSp delSp modSp add mod">
        <pc:chgData name="Judson Santiago" userId="ebb108da2f256286" providerId="LiveId" clId="{AF429FDD-0853-4BE1-A8CF-6B208FEEFB46}" dt="2023-03-27T19:36:51.784" v="3210"/>
        <pc:sldMkLst>
          <pc:docMk/>
          <pc:sldMk cId="2573610710" sldId="463"/>
        </pc:sldMkLst>
        <pc:spChg chg="mod">
          <ac:chgData name="Judson Santiago" userId="ebb108da2f256286" providerId="LiveId" clId="{AF429FDD-0853-4BE1-A8CF-6B208FEEFB46}" dt="2023-03-27T19:36:51.784" v="3210"/>
          <ac:spMkLst>
            <pc:docMk/>
            <pc:sldMk cId="2573610710" sldId="463"/>
            <ac:spMk id="2" creationId="{60A84F1A-A2A8-6377-09B2-D530630E11EA}"/>
          </ac:spMkLst>
        </pc:spChg>
        <pc:spChg chg="mod">
          <ac:chgData name="Judson Santiago" userId="ebb108da2f256286" providerId="LiveId" clId="{AF429FDD-0853-4BE1-A8CF-6B208FEEFB46}" dt="2023-03-27T19:35:42.871" v="3206" actId="113"/>
          <ac:spMkLst>
            <pc:docMk/>
            <pc:sldMk cId="2573610710" sldId="463"/>
            <ac:spMk id="3" creationId="{A2B0FCC9-2BC3-5727-81D5-DA07B6F1919C}"/>
          </ac:spMkLst>
        </pc:spChg>
        <pc:spChg chg="add mod">
          <ac:chgData name="Judson Santiago" userId="ebb108da2f256286" providerId="LiveId" clId="{AF429FDD-0853-4BE1-A8CF-6B208FEEFB46}" dt="2023-03-27T19:35:04.899" v="3202" actId="2710"/>
          <ac:spMkLst>
            <pc:docMk/>
            <pc:sldMk cId="2573610710" sldId="463"/>
            <ac:spMk id="4" creationId="{08480BF7-C4DA-8F28-DD9E-0750E5D19F94}"/>
          </ac:spMkLst>
        </pc:spChg>
        <pc:spChg chg="del">
          <ac:chgData name="Judson Santiago" userId="ebb108da2f256286" providerId="LiveId" clId="{AF429FDD-0853-4BE1-A8CF-6B208FEEFB46}" dt="2023-03-27T19:34:02.275" v="3197" actId="478"/>
          <ac:spMkLst>
            <pc:docMk/>
            <pc:sldMk cId="2573610710" sldId="463"/>
            <ac:spMk id="13" creationId="{9A46E38D-F204-D166-3F94-D8F74CC5D672}"/>
          </ac:spMkLst>
        </pc:spChg>
        <pc:grpChg chg="del">
          <ac:chgData name="Judson Santiago" userId="ebb108da2f256286" providerId="LiveId" clId="{AF429FDD-0853-4BE1-A8CF-6B208FEEFB46}" dt="2023-03-27T19:33:54.235" v="3194" actId="478"/>
          <ac:grpSpMkLst>
            <pc:docMk/>
            <pc:sldMk cId="2573610710" sldId="463"/>
            <ac:grpSpMk id="14" creationId="{11D72063-57FD-3B45-D243-8CC64AB906AD}"/>
          </ac:grpSpMkLst>
        </pc:grpChg>
        <pc:grpChg chg="del">
          <ac:chgData name="Judson Santiago" userId="ebb108da2f256286" providerId="LiveId" clId="{AF429FDD-0853-4BE1-A8CF-6B208FEEFB46}" dt="2023-03-27T19:33:54.235" v="3194" actId="478"/>
          <ac:grpSpMkLst>
            <pc:docMk/>
            <pc:sldMk cId="2573610710" sldId="463"/>
            <ac:grpSpMk id="21" creationId="{C92B8A60-6824-B6E9-B188-0378A22786B4}"/>
          </ac:grpSpMkLst>
        </pc:grpChg>
        <pc:cxnChg chg="add mod">
          <ac:chgData name="Judson Santiago" userId="ebb108da2f256286" providerId="LiveId" clId="{AF429FDD-0853-4BE1-A8CF-6B208FEEFB46}" dt="2023-03-27T19:35:30.624" v="3205"/>
          <ac:cxnSpMkLst>
            <pc:docMk/>
            <pc:sldMk cId="2573610710" sldId="463"/>
            <ac:cxnSpMk id="7" creationId="{7D927B33-F0EA-DA5D-E92C-758D66E008FD}"/>
          </ac:cxnSpMkLst>
        </pc:cxnChg>
        <pc:cxnChg chg="del mod">
          <ac:chgData name="Judson Santiago" userId="ebb108da2f256286" providerId="LiveId" clId="{AF429FDD-0853-4BE1-A8CF-6B208FEEFB46}" dt="2023-03-27T19:35:30.307" v="3204" actId="478"/>
          <ac:cxnSpMkLst>
            <pc:docMk/>
            <pc:sldMk cId="2573610710" sldId="463"/>
            <ac:cxnSpMk id="29" creationId="{3F5818B7-2D56-6216-9366-A67BED66778C}"/>
          </ac:cxnSpMkLst>
        </pc:cxnChg>
      </pc:sldChg>
      <pc:sldChg chg="addSp delSp modSp new mod modNotesTx">
        <pc:chgData name="Judson Santiago" userId="ebb108da2f256286" providerId="LiveId" clId="{AF429FDD-0853-4BE1-A8CF-6B208FEEFB46}" dt="2023-04-04T23:11:25.483" v="13665" actId="167"/>
        <pc:sldMkLst>
          <pc:docMk/>
          <pc:sldMk cId="3708629532" sldId="464"/>
        </pc:sldMkLst>
        <pc:spChg chg="mod">
          <ac:chgData name="Judson Santiago" userId="ebb108da2f256286" providerId="LiveId" clId="{AF429FDD-0853-4BE1-A8CF-6B208FEEFB46}" dt="2023-03-28T22:55:29.114" v="6481" actId="20577"/>
          <ac:spMkLst>
            <pc:docMk/>
            <pc:sldMk cId="3708629532" sldId="464"/>
            <ac:spMk id="2" creationId="{53B85C7C-3300-AEBB-5559-FEA1501084F7}"/>
          </ac:spMkLst>
        </pc:spChg>
        <pc:spChg chg="mod">
          <ac:chgData name="Judson Santiago" userId="ebb108da2f256286" providerId="LiveId" clId="{AF429FDD-0853-4BE1-A8CF-6B208FEEFB46}" dt="2023-03-28T23:16:43.460" v="7392" actId="6549"/>
          <ac:spMkLst>
            <pc:docMk/>
            <pc:sldMk cId="3708629532" sldId="464"/>
            <ac:spMk id="3" creationId="{81BC5F04-87AD-5B3C-844A-56181D4E7BE9}"/>
          </ac:spMkLst>
        </pc:spChg>
        <pc:spChg chg="mod topLvl">
          <ac:chgData name="Judson Santiago" userId="ebb108da2f256286" providerId="LiveId" clId="{AF429FDD-0853-4BE1-A8CF-6B208FEEFB46}" dt="2023-04-04T23:04:20.628" v="13615" actId="164"/>
          <ac:spMkLst>
            <pc:docMk/>
            <pc:sldMk cId="3708629532" sldId="464"/>
            <ac:spMk id="5" creationId="{C93DCE88-531F-65B5-1E2E-4EEC423E652D}"/>
          </ac:spMkLst>
        </pc:spChg>
        <pc:spChg chg="mod topLvl">
          <ac:chgData name="Judson Santiago" userId="ebb108da2f256286" providerId="LiveId" clId="{AF429FDD-0853-4BE1-A8CF-6B208FEEFB46}" dt="2023-03-28T22:54:18.972" v="6459" actId="164"/>
          <ac:spMkLst>
            <pc:docMk/>
            <pc:sldMk cId="3708629532" sldId="464"/>
            <ac:spMk id="7" creationId="{73040101-EBC1-38E3-B581-1D88F13820F9}"/>
          </ac:spMkLst>
        </pc:spChg>
        <pc:spChg chg="add mod ord">
          <ac:chgData name="Judson Santiago" userId="ebb108da2f256286" providerId="LiveId" clId="{AF429FDD-0853-4BE1-A8CF-6B208FEEFB46}" dt="2023-04-04T23:11:25.483" v="13665" actId="167"/>
          <ac:spMkLst>
            <pc:docMk/>
            <pc:sldMk cId="3708629532" sldId="464"/>
            <ac:spMk id="8" creationId="{9A0DC6CC-7018-33BB-425D-F4D755083B1F}"/>
          </ac:spMkLst>
        </pc:spChg>
        <pc:grpChg chg="add mod">
          <ac:chgData name="Judson Santiago" userId="ebb108da2f256286" providerId="LiveId" clId="{AF429FDD-0853-4BE1-A8CF-6B208FEEFB46}" dt="2023-04-04T23:04:29.044" v="13616" actId="164"/>
          <ac:grpSpMkLst>
            <pc:docMk/>
            <pc:sldMk cId="3708629532" sldId="464"/>
            <ac:grpSpMk id="4" creationId="{4725953E-B717-2A10-A6FD-3747286EC4FF}"/>
          </ac:grpSpMkLst>
        </pc:grpChg>
        <pc:grpChg chg="add del mod">
          <ac:chgData name="Judson Santiago" userId="ebb108da2f256286" providerId="LiveId" clId="{AF429FDD-0853-4BE1-A8CF-6B208FEEFB46}" dt="2023-03-28T22:46:34.566" v="6294" actId="165"/>
          <ac:grpSpMkLst>
            <pc:docMk/>
            <pc:sldMk cId="3708629532" sldId="464"/>
            <ac:grpSpMk id="4" creationId="{6A159CD4-61BA-EA26-951F-C4AECEA88BC9}"/>
          </ac:grpSpMkLst>
        </pc:grpChg>
        <pc:grpChg chg="add mod">
          <ac:chgData name="Judson Santiago" userId="ebb108da2f256286" providerId="LiveId" clId="{AF429FDD-0853-4BE1-A8CF-6B208FEEFB46}" dt="2023-04-04T23:04:29.044" v="13616" actId="164"/>
          <ac:grpSpMkLst>
            <pc:docMk/>
            <pc:sldMk cId="3708629532" sldId="464"/>
            <ac:grpSpMk id="9" creationId="{7A601BB7-674E-E818-03E5-519DD0BC77B0}"/>
          </ac:grpSpMkLst>
        </pc:grpChg>
        <pc:grpChg chg="add mod">
          <ac:chgData name="Judson Santiago" userId="ebb108da2f256286" providerId="LiveId" clId="{AF429FDD-0853-4BE1-A8CF-6B208FEEFB46}" dt="2023-04-04T23:04:29.044" v="13616" actId="164"/>
          <ac:grpSpMkLst>
            <pc:docMk/>
            <pc:sldMk cId="3708629532" sldId="464"/>
            <ac:grpSpMk id="14" creationId="{3976C43A-525A-028E-8789-3272FDD02FB5}"/>
          </ac:grpSpMkLst>
        </pc:grpChg>
        <pc:picChg chg="add del mod">
          <ac:chgData name="Judson Santiago" userId="ebb108da2f256286" providerId="LiveId" clId="{AF429FDD-0853-4BE1-A8CF-6B208FEEFB46}" dt="2023-03-28T22:43:40.813" v="6245" actId="478"/>
          <ac:picMkLst>
            <pc:docMk/>
            <pc:sldMk cId="3708629532" sldId="464"/>
            <ac:picMk id="9" creationId="{01CDD611-5170-008B-6EB0-15EBE6077416}"/>
          </ac:picMkLst>
        </pc:picChg>
        <pc:picChg chg="add mod">
          <ac:chgData name="Judson Santiago" userId="ebb108da2f256286" providerId="LiveId" clId="{AF429FDD-0853-4BE1-A8CF-6B208FEEFB46}" dt="2023-03-28T22:54:18.972" v="6459" actId="164"/>
          <ac:picMkLst>
            <pc:docMk/>
            <pc:sldMk cId="3708629532" sldId="464"/>
            <ac:picMk id="10" creationId="{BCEA38D8-6B59-1BAE-E826-36038E6DE3C1}"/>
          </ac:picMkLst>
        </pc:picChg>
        <pc:picChg chg="add mod">
          <ac:chgData name="Judson Santiago" userId="ebb108da2f256286" providerId="LiveId" clId="{AF429FDD-0853-4BE1-A8CF-6B208FEEFB46}" dt="2023-03-28T22:54:18.972" v="6459" actId="164"/>
          <ac:picMkLst>
            <pc:docMk/>
            <pc:sldMk cId="3708629532" sldId="464"/>
            <ac:picMk id="11" creationId="{47A2398F-A001-C6DA-CD8C-DC45186CBEC9}"/>
          </ac:picMkLst>
        </pc:picChg>
        <pc:picChg chg="add mod">
          <ac:chgData name="Judson Santiago" userId="ebb108da2f256286" providerId="LiveId" clId="{AF429FDD-0853-4BE1-A8CF-6B208FEEFB46}" dt="2023-03-28T22:54:18.972" v="6459" actId="164"/>
          <ac:picMkLst>
            <pc:docMk/>
            <pc:sldMk cId="3708629532" sldId="464"/>
            <ac:picMk id="12" creationId="{7AED1EEA-2E1D-9E6C-07FD-6889BF7A84EC}"/>
          </ac:picMkLst>
        </pc:picChg>
        <pc:cxnChg chg="mod topLvl">
          <ac:chgData name="Judson Santiago" userId="ebb108da2f256286" providerId="LiveId" clId="{AF429FDD-0853-4BE1-A8CF-6B208FEEFB46}" dt="2023-04-04T23:04:20.628" v="13615" actId="164"/>
          <ac:cxnSpMkLst>
            <pc:docMk/>
            <pc:sldMk cId="3708629532" sldId="464"/>
            <ac:cxnSpMk id="6" creationId="{F9BB5C9B-E63D-CA92-F844-AE9D6323C52E}"/>
          </ac:cxnSpMkLst>
        </pc:cxnChg>
      </pc:sldChg>
      <pc:sldChg chg="addSp delSp modSp add mod ord">
        <pc:chgData name="Judson Santiago" userId="ebb108da2f256286" providerId="LiveId" clId="{AF429FDD-0853-4BE1-A8CF-6B208FEEFB46}" dt="2023-03-28T22:30:28.022" v="5829"/>
        <pc:sldMkLst>
          <pc:docMk/>
          <pc:sldMk cId="3250848639" sldId="465"/>
        </pc:sldMkLst>
        <pc:spChg chg="mod">
          <ac:chgData name="Judson Santiago" userId="ebb108da2f256286" providerId="LiveId" clId="{AF429FDD-0853-4BE1-A8CF-6B208FEEFB46}" dt="2023-03-28T22:30:28.022" v="5829"/>
          <ac:spMkLst>
            <pc:docMk/>
            <pc:sldMk cId="3250848639" sldId="465"/>
            <ac:spMk id="2" creationId="{173EF89A-0F7B-877C-8BCF-9F92301639AB}"/>
          </ac:spMkLst>
        </pc:spChg>
        <pc:spChg chg="mod">
          <ac:chgData name="Judson Santiago" userId="ebb108da2f256286" providerId="LiveId" clId="{AF429FDD-0853-4BE1-A8CF-6B208FEEFB46}" dt="2023-03-27T22:27:04.147" v="4369" actId="6549"/>
          <ac:spMkLst>
            <pc:docMk/>
            <pc:sldMk cId="3250848639" sldId="465"/>
            <ac:spMk id="3" creationId="{E93F6D4A-4AE4-05A0-8AA7-5E5688A67ADC}"/>
          </ac:spMkLst>
        </pc:spChg>
        <pc:spChg chg="mod">
          <ac:chgData name="Judson Santiago" userId="ebb108da2f256286" providerId="LiveId" clId="{AF429FDD-0853-4BE1-A8CF-6B208FEEFB46}" dt="2023-03-28T22:13:23.074" v="5662" actId="164"/>
          <ac:spMkLst>
            <pc:docMk/>
            <pc:sldMk cId="3250848639" sldId="465"/>
            <ac:spMk id="4" creationId="{459CE033-6CAC-60AF-5E16-CDFE754E8F17}"/>
          </ac:spMkLst>
        </pc:spChg>
        <pc:spChg chg="del mod">
          <ac:chgData name="Judson Santiago" userId="ebb108da2f256286" providerId="LiveId" clId="{AF429FDD-0853-4BE1-A8CF-6B208FEEFB46}" dt="2023-03-27T22:15:24.902" v="4010" actId="478"/>
          <ac:spMkLst>
            <pc:docMk/>
            <pc:sldMk cId="3250848639" sldId="465"/>
            <ac:spMk id="6" creationId="{4D821AB8-339B-F1C6-0103-C2EE0D68B633}"/>
          </ac:spMkLst>
        </pc:spChg>
        <pc:spChg chg="add mod">
          <ac:chgData name="Judson Santiago" userId="ebb108da2f256286" providerId="LiveId" clId="{AF429FDD-0853-4BE1-A8CF-6B208FEEFB46}" dt="2023-03-28T22:13:23.074" v="5662" actId="164"/>
          <ac:spMkLst>
            <pc:docMk/>
            <pc:sldMk cId="3250848639" sldId="465"/>
            <ac:spMk id="7" creationId="{F7E5BAE6-3CF7-F510-C72C-8291569EE8F6}"/>
          </ac:spMkLst>
        </pc:spChg>
        <pc:grpChg chg="add mod">
          <ac:chgData name="Judson Santiago" userId="ebb108da2f256286" providerId="LiveId" clId="{AF429FDD-0853-4BE1-A8CF-6B208FEEFB46}" dt="2023-03-28T22:13:23.074" v="5662" actId="164"/>
          <ac:grpSpMkLst>
            <pc:docMk/>
            <pc:sldMk cId="3250848639" sldId="465"/>
            <ac:grpSpMk id="6" creationId="{6CDE000F-9CC9-711A-F4B0-1ECD089B8787}"/>
          </ac:grpSpMkLst>
        </pc:grpChg>
        <pc:cxnChg chg="mod">
          <ac:chgData name="Judson Santiago" userId="ebb108da2f256286" providerId="LiveId" clId="{AF429FDD-0853-4BE1-A8CF-6B208FEEFB46}" dt="2023-03-28T22:13:23.074" v="5662" actId="164"/>
          <ac:cxnSpMkLst>
            <pc:docMk/>
            <pc:sldMk cId="3250848639" sldId="465"/>
            <ac:cxnSpMk id="5" creationId="{F431B1CE-82E1-AAE3-6913-88DC29A1BD15}"/>
          </ac:cxnSpMkLst>
        </pc:cxnChg>
      </pc:sldChg>
      <pc:sldChg chg="addSp delSp modSp add mod ord">
        <pc:chgData name="Judson Santiago" userId="ebb108da2f256286" providerId="LiveId" clId="{AF429FDD-0853-4BE1-A8CF-6B208FEEFB46}" dt="2023-04-04T23:56:08.373" v="14540" actId="207"/>
        <pc:sldMkLst>
          <pc:docMk/>
          <pc:sldMk cId="3968826521" sldId="466"/>
        </pc:sldMkLst>
        <pc:spChg chg="mod">
          <ac:chgData name="Judson Santiago" userId="ebb108da2f256286" providerId="LiveId" clId="{AF429FDD-0853-4BE1-A8CF-6B208FEEFB46}" dt="2023-03-28T22:30:23.799" v="5828"/>
          <ac:spMkLst>
            <pc:docMk/>
            <pc:sldMk cId="3968826521" sldId="466"/>
            <ac:spMk id="2" creationId="{173EF89A-0F7B-877C-8BCF-9F92301639AB}"/>
          </ac:spMkLst>
        </pc:spChg>
        <pc:spChg chg="mod">
          <ac:chgData name="Judson Santiago" userId="ebb108da2f256286" providerId="LiveId" clId="{AF429FDD-0853-4BE1-A8CF-6B208FEEFB46}" dt="2023-03-27T23:50:04.510" v="5185" actId="207"/>
          <ac:spMkLst>
            <pc:docMk/>
            <pc:sldMk cId="3968826521" sldId="466"/>
            <ac:spMk id="3" creationId="{E93F6D4A-4AE4-05A0-8AA7-5E5688A67ADC}"/>
          </ac:spMkLst>
        </pc:spChg>
        <pc:spChg chg="add del mod ord topLvl">
          <ac:chgData name="Judson Santiago" userId="ebb108da2f256286" providerId="LiveId" clId="{AF429FDD-0853-4BE1-A8CF-6B208FEEFB46}" dt="2023-04-04T23:10:47.661" v="13659" actId="164"/>
          <ac:spMkLst>
            <pc:docMk/>
            <pc:sldMk cId="3968826521" sldId="466"/>
            <ac:spMk id="4" creationId="{459CE033-6CAC-60AF-5E16-CDFE754E8F17}"/>
          </ac:spMkLst>
        </pc:spChg>
        <pc:spChg chg="mod topLvl">
          <ac:chgData name="Judson Santiago" userId="ebb108da2f256286" providerId="LiveId" clId="{AF429FDD-0853-4BE1-A8CF-6B208FEEFB46}" dt="2023-04-04T23:56:08.373" v="14540" actId="207"/>
          <ac:spMkLst>
            <pc:docMk/>
            <pc:sldMk cId="3968826521" sldId="466"/>
            <ac:spMk id="6" creationId="{4D821AB8-339B-F1C6-0103-C2EE0D68B633}"/>
          </ac:spMkLst>
        </pc:spChg>
        <pc:spChg chg="add mod">
          <ac:chgData name="Judson Santiago" userId="ebb108da2f256286" providerId="LiveId" clId="{AF429FDD-0853-4BE1-A8CF-6B208FEEFB46}" dt="2023-04-04T23:09:43.433" v="13646" actId="165"/>
          <ac:spMkLst>
            <pc:docMk/>
            <pc:sldMk cId="3968826521" sldId="466"/>
            <ac:spMk id="9" creationId="{9C5EEE31-118B-C5E4-D482-05FC6520DC99}"/>
          </ac:spMkLst>
        </pc:spChg>
        <pc:spChg chg="add del mod">
          <ac:chgData name="Judson Santiago" userId="ebb108da2f256286" providerId="LiveId" clId="{AF429FDD-0853-4BE1-A8CF-6B208FEEFB46}" dt="2023-03-27T22:00:10.061" v="3697"/>
          <ac:spMkLst>
            <pc:docMk/>
            <pc:sldMk cId="3968826521" sldId="466"/>
            <ac:spMk id="10" creationId="{28E0F8E9-BA09-41E5-71A4-1F1DA53B151E}"/>
          </ac:spMkLst>
        </pc:spChg>
        <pc:spChg chg="add del mod">
          <ac:chgData name="Judson Santiago" userId="ebb108da2f256286" providerId="LiveId" clId="{AF429FDD-0853-4BE1-A8CF-6B208FEEFB46}" dt="2023-03-27T22:00:08.790" v="3694"/>
          <ac:spMkLst>
            <pc:docMk/>
            <pc:sldMk cId="3968826521" sldId="466"/>
            <ac:spMk id="11" creationId="{9DCB8A04-D671-3E97-1089-957D3660040E}"/>
          </ac:spMkLst>
        </pc:spChg>
        <pc:spChg chg="add mod ord">
          <ac:chgData name="Judson Santiago" userId="ebb108da2f256286" providerId="LiveId" clId="{AF429FDD-0853-4BE1-A8CF-6B208FEEFB46}" dt="2023-04-04T23:09:43.433" v="13646" actId="165"/>
          <ac:spMkLst>
            <pc:docMk/>
            <pc:sldMk cId="3968826521" sldId="466"/>
            <ac:spMk id="14" creationId="{30C165D9-7955-D5EA-5DDF-EFEEAEA7FB72}"/>
          </ac:spMkLst>
        </pc:spChg>
        <pc:grpChg chg="add del mod">
          <ac:chgData name="Judson Santiago" userId="ebb108da2f256286" providerId="LiveId" clId="{AF429FDD-0853-4BE1-A8CF-6B208FEEFB46}" dt="2023-04-04T23:09:43.433" v="13646" actId="165"/>
          <ac:grpSpMkLst>
            <pc:docMk/>
            <pc:sldMk cId="3968826521" sldId="466"/>
            <ac:grpSpMk id="7" creationId="{0A1A24C6-D678-6D0E-6C3C-30BD4FA5EE29}"/>
          </ac:grpSpMkLst>
        </pc:grpChg>
        <pc:grpChg chg="add mod">
          <ac:chgData name="Judson Santiago" userId="ebb108da2f256286" providerId="LiveId" clId="{AF429FDD-0853-4BE1-A8CF-6B208FEEFB46}" dt="2023-04-04T23:10:47.661" v="13659" actId="164"/>
          <ac:grpSpMkLst>
            <pc:docMk/>
            <pc:sldMk cId="3968826521" sldId="466"/>
            <ac:grpSpMk id="8" creationId="{63D5D9F0-0DCC-2E5D-D973-630045F11AFD}"/>
          </ac:grpSpMkLst>
        </pc:grpChg>
        <pc:grpChg chg="add mod topLvl">
          <ac:chgData name="Judson Santiago" userId="ebb108da2f256286" providerId="LiveId" clId="{AF429FDD-0853-4BE1-A8CF-6B208FEEFB46}" dt="2023-04-04T23:10:47.661" v="13659" actId="164"/>
          <ac:grpSpMkLst>
            <pc:docMk/>
            <pc:sldMk cId="3968826521" sldId="466"/>
            <ac:grpSpMk id="15" creationId="{6E062DDE-569A-AF78-CE1C-52A0CE4AB5CF}"/>
          </ac:grpSpMkLst>
        </pc:grpChg>
        <pc:picChg chg="add del mod">
          <ac:chgData name="Judson Santiago" userId="ebb108da2f256286" providerId="LiveId" clId="{AF429FDD-0853-4BE1-A8CF-6B208FEEFB46}" dt="2023-03-27T22:01:12.321" v="3715" actId="478"/>
          <ac:picMkLst>
            <pc:docMk/>
            <pc:sldMk cId="3968826521" sldId="466"/>
            <ac:picMk id="12" creationId="{51D22594-144C-C8DE-EAFF-60426770016A}"/>
          </ac:picMkLst>
        </pc:picChg>
        <pc:picChg chg="add del mod">
          <ac:chgData name="Judson Santiago" userId="ebb108da2f256286" providerId="LiveId" clId="{AF429FDD-0853-4BE1-A8CF-6B208FEEFB46}" dt="2023-03-27T22:01:07.814" v="3713"/>
          <ac:picMkLst>
            <pc:docMk/>
            <pc:sldMk cId="3968826521" sldId="466"/>
            <ac:picMk id="13" creationId="{9F645AC0-F780-9CB0-BB36-4B126F10B5C4}"/>
          </ac:picMkLst>
        </pc:picChg>
        <pc:cxnChg chg="mod topLvl">
          <ac:chgData name="Judson Santiago" userId="ebb108da2f256286" providerId="LiveId" clId="{AF429FDD-0853-4BE1-A8CF-6B208FEEFB46}" dt="2023-04-04T23:10:47.661" v="13659" actId="164"/>
          <ac:cxnSpMkLst>
            <pc:docMk/>
            <pc:sldMk cId="3968826521" sldId="466"/>
            <ac:cxnSpMk id="5" creationId="{F431B1CE-82E1-AAE3-6913-88DC29A1BD15}"/>
          </ac:cxnSpMkLst>
        </pc:cxnChg>
      </pc:sldChg>
      <pc:sldChg chg="addSp delSp modSp add mod ord">
        <pc:chgData name="Judson Santiago" userId="ebb108da2f256286" providerId="LiveId" clId="{AF429FDD-0853-4BE1-A8CF-6B208FEEFB46}" dt="2023-03-28T22:30:20.880" v="5827"/>
        <pc:sldMkLst>
          <pc:docMk/>
          <pc:sldMk cId="2520259207" sldId="467"/>
        </pc:sldMkLst>
        <pc:spChg chg="mod">
          <ac:chgData name="Judson Santiago" userId="ebb108da2f256286" providerId="LiveId" clId="{AF429FDD-0853-4BE1-A8CF-6B208FEEFB46}" dt="2023-03-28T22:30:20.880" v="5827"/>
          <ac:spMkLst>
            <pc:docMk/>
            <pc:sldMk cId="2520259207" sldId="467"/>
            <ac:spMk id="2" creationId="{173EF89A-0F7B-877C-8BCF-9F92301639AB}"/>
          </ac:spMkLst>
        </pc:spChg>
        <pc:spChg chg="mod">
          <ac:chgData name="Judson Santiago" userId="ebb108da2f256286" providerId="LiveId" clId="{AF429FDD-0853-4BE1-A8CF-6B208FEEFB46}" dt="2023-03-27T23:24:23.307" v="4883" actId="20577"/>
          <ac:spMkLst>
            <pc:docMk/>
            <pc:sldMk cId="2520259207" sldId="467"/>
            <ac:spMk id="3" creationId="{E93F6D4A-4AE4-05A0-8AA7-5E5688A67ADC}"/>
          </ac:spMkLst>
        </pc:spChg>
        <pc:spChg chg="del">
          <ac:chgData name="Judson Santiago" userId="ebb108da2f256286" providerId="LiveId" clId="{AF429FDD-0853-4BE1-A8CF-6B208FEEFB46}" dt="2023-03-27T23:26:12.634" v="4884" actId="478"/>
          <ac:spMkLst>
            <pc:docMk/>
            <pc:sldMk cId="2520259207" sldId="467"/>
            <ac:spMk id="4" creationId="{459CE033-6CAC-60AF-5E16-CDFE754E8F17}"/>
          </ac:spMkLst>
        </pc:spChg>
        <pc:spChg chg="mod">
          <ac:chgData name="Judson Santiago" userId="ebb108da2f256286" providerId="LiveId" clId="{AF429FDD-0853-4BE1-A8CF-6B208FEEFB46}" dt="2023-03-28T22:13:39.013" v="5664" actId="164"/>
          <ac:spMkLst>
            <pc:docMk/>
            <pc:sldMk cId="2520259207" sldId="467"/>
            <ac:spMk id="6" creationId="{4D821AB8-339B-F1C6-0103-C2EE0D68B633}"/>
          </ac:spMkLst>
        </pc:spChg>
        <pc:grpChg chg="add mod">
          <ac:chgData name="Judson Santiago" userId="ebb108da2f256286" providerId="LiveId" clId="{AF429FDD-0853-4BE1-A8CF-6B208FEEFB46}" dt="2023-03-28T22:13:39.013" v="5664" actId="164"/>
          <ac:grpSpMkLst>
            <pc:docMk/>
            <pc:sldMk cId="2520259207" sldId="467"/>
            <ac:grpSpMk id="4" creationId="{786E6353-FE65-A261-A543-03E8135DBF39}"/>
          </ac:grpSpMkLst>
        </pc:grpChg>
        <pc:cxnChg chg="mod">
          <ac:chgData name="Judson Santiago" userId="ebb108da2f256286" providerId="LiveId" clId="{AF429FDD-0853-4BE1-A8CF-6B208FEEFB46}" dt="2023-03-28T22:13:39.013" v="5664" actId="164"/>
          <ac:cxnSpMkLst>
            <pc:docMk/>
            <pc:sldMk cId="2520259207" sldId="467"/>
            <ac:cxnSpMk id="5" creationId="{F431B1CE-82E1-AAE3-6913-88DC29A1BD15}"/>
          </ac:cxnSpMkLst>
        </pc:cxnChg>
      </pc:sldChg>
      <pc:sldChg chg="addSp delSp modSp add mod modAnim">
        <pc:chgData name="Judson Santiago" userId="ebb108da2f256286" providerId="LiveId" clId="{AF429FDD-0853-4BE1-A8CF-6B208FEEFB46}" dt="2023-03-29T04:14:25.513" v="9525"/>
        <pc:sldMkLst>
          <pc:docMk/>
          <pc:sldMk cId="3049249971" sldId="468"/>
        </pc:sldMkLst>
        <pc:spChg chg="mod">
          <ac:chgData name="Judson Santiago" userId="ebb108da2f256286" providerId="LiveId" clId="{AF429FDD-0853-4BE1-A8CF-6B208FEEFB46}" dt="2023-03-28T22:30:30.029" v="5830"/>
          <ac:spMkLst>
            <pc:docMk/>
            <pc:sldMk cId="3049249971" sldId="468"/>
            <ac:spMk id="2" creationId="{173EF89A-0F7B-877C-8BCF-9F92301639AB}"/>
          </ac:spMkLst>
        </pc:spChg>
        <pc:spChg chg="mod">
          <ac:chgData name="Judson Santiago" userId="ebb108da2f256286" providerId="LiveId" clId="{AF429FDD-0853-4BE1-A8CF-6B208FEEFB46}" dt="2023-03-28T22:27:34.181" v="5811" actId="207"/>
          <ac:spMkLst>
            <pc:docMk/>
            <pc:sldMk cId="3049249971" sldId="468"/>
            <ac:spMk id="3" creationId="{E93F6D4A-4AE4-05A0-8AA7-5E5688A67ADC}"/>
          </ac:spMkLst>
        </pc:spChg>
        <pc:spChg chg="mod">
          <ac:chgData name="Judson Santiago" userId="ebb108da2f256286" providerId="LiveId" clId="{AF429FDD-0853-4BE1-A8CF-6B208FEEFB46}" dt="2023-03-28T22:16:37.117" v="5716" actId="1076"/>
          <ac:spMkLst>
            <pc:docMk/>
            <pc:sldMk cId="3049249971" sldId="468"/>
            <ac:spMk id="4" creationId="{459CE033-6CAC-60AF-5E16-CDFE754E8F17}"/>
          </ac:spMkLst>
        </pc:spChg>
        <pc:spChg chg="del mod">
          <ac:chgData name="Judson Santiago" userId="ebb108da2f256286" providerId="LiveId" clId="{AF429FDD-0853-4BE1-A8CF-6B208FEEFB46}" dt="2023-03-29T04:14:24.454" v="9524" actId="478"/>
          <ac:spMkLst>
            <pc:docMk/>
            <pc:sldMk cId="3049249971" sldId="468"/>
            <ac:spMk id="7" creationId="{F7E5BAE6-3CF7-F510-C72C-8291569EE8F6}"/>
          </ac:spMkLst>
        </pc:spChg>
        <pc:spChg chg="mod">
          <ac:chgData name="Judson Santiago" userId="ebb108da2f256286" providerId="LiveId" clId="{AF429FDD-0853-4BE1-A8CF-6B208FEEFB46}" dt="2023-03-28T22:12:50.531" v="5658"/>
          <ac:spMkLst>
            <pc:docMk/>
            <pc:sldMk cId="3049249971" sldId="468"/>
            <ac:spMk id="8" creationId="{BDFFB282-1162-CF0A-1DAF-22E486A4C49C}"/>
          </ac:spMkLst>
        </pc:spChg>
        <pc:spChg chg="add mod">
          <ac:chgData name="Judson Santiago" userId="ebb108da2f256286" providerId="LiveId" clId="{AF429FDD-0853-4BE1-A8CF-6B208FEEFB46}" dt="2023-03-28T22:16:42.229" v="5719"/>
          <ac:spMkLst>
            <pc:docMk/>
            <pc:sldMk cId="3049249971" sldId="468"/>
            <ac:spMk id="10" creationId="{D7BE7277-698D-2B8F-11F7-C160D0384E40}"/>
          </ac:spMkLst>
        </pc:spChg>
        <pc:spChg chg="add mod">
          <ac:chgData name="Judson Santiago" userId="ebb108da2f256286" providerId="LiveId" clId="{AF429FDD-0853-4BE1-A8CF-6B208FEEFB46}" dt="2023-03-28T22:45:34.639" v="6283" actId="14100"/>
          <ac:spMkLst>
            <pc:docMk/>
            <pc:sldMk cId="3049249971" sldId="468"/>
            <ac:spMk id="11" creationId="{F87C88CA-7019-55D8-291A-4EBC0DEF9695}"/>
          </ac:spMkLst>
        </pc:spChg>
        <pc:spChg chg="add mod">
          <ac:chgData name="Judson Santiago" userId="ebb108da2f256286" providerId="LiveId" clId="{AF429FDD-0853-4BE1-A8CF-6B208FEEFB46}" dt="2023-03-28T22:45:31.629" v="6282" actId="14100"/>
          <ac:spMkLst>
            <pc:docMk/>
            <pc:sldMk cId="3049249971" sldId="468"/>
            <ac:spMk id="12" creationId="{6534E392-94C3-CE59-3DFF-AB8CAAD7B4C0}"/>
          </ac:spMkLst>
        </pc:spChg>
        <pc:spChg chg="add mod">
          <ac:chgData name="Judson Santiago" userId="ebb108da2f256286" providerId="LiveId" clId="{AF429FDD-0853-4BE1-A8CF-6B208FEEFB46}" dt="2023-03-29T04:14:25.513" v="9525"/>
          <ac:spMkLst>
            <pc:docMk/>
            <pc:sldMk cId="3049249971" sldId="468"/>
            <ac:spMk id="13" creationId="{D8EFCA69-FE2C-FA51-02D1-805EC30D2899}"/>
          </ac:spMkLst>
        </pc:spChg>
        <pc:grpChg chg="add mod">
          <ac:chgData name="Judson Santiago" userId="ebb108da2f256286" providerId="LiveId" clId="{AF429FDD-0853-4BE1-A8CF-6B208FEEFB46}" dt="2023-03-28T22:12:50.531" v="5658"/>
          <ac:grpSpMkLst>
            <pc:docMk/>
            <pc:sldMk cId="3049249971" sldId="468"/>
            <ac:grpSpMk id="6" creationId="{E1686AB6-829F-E88D-779E-3FEC51CBA618}"/>
          </ac:grpSpMkLst>
        </pc:grpChg>
        <pc:picChg chg="mod">
          <ac:chgData name="Judson Santiago" userId="ebb108da2f256286" providerId="LiveId" clId="{AF429FDD-0853-4BE1-A8CF-6B208FEEFB46}" dt="2023-03-28T22:12:50.531" v="5658"/>
          <ac:picMkLst>
            <pc:docMk/>
            <pc:sldMk cId="3049249971" sldId="468"/>
            <ac:picMk id="9" creationId="{DF06DBC0-7FFD-2011-CA7B-80B20D0C3B8C}"/>
          </ac:picMkLst>
        </pc:picChg>
        <pc:cxnChg chg="del mod">
          <ac:chgData name="Judson Santiago" userId="ebb108da2f256286" providerId="LiveId" clId="{AF429FDD-0853-4BE1-A8CF-6B208FEEFB46}" dt="2023-03-29T04:14:24.454" v="9524" actId="478"/>
          <ac:cxnSpMkLst>
            <pc:docMk/>
            <pc:sldMk cId="3049249971" sldId="468"/>
            <ac:cxnSpMk id="5" creationId="{F431B1CE-82E1-AAE3-6913-88DC29A1BD15}"/>
          </ac:cxnSpMkLst>
        </pc:cxnChg>
        <pc:cxnChg chg="add mod">
          <ac:chgData name="Judson Santiago" userId="ebb108da2f256286" providerId="LiveId" clId="{AF429FDD-0853-4BE1-A8CF-6B208FEEFB46}" dt="2023-03-29T04:14:25.513" v="9525"/>
          <ac:cxnSpMkLst>
            <pc:docMk/>
            <pc:sldMk cId="3049249971" sldId="468"/>
            <ac:cxnSpMk id="10" creationId="{543677BC-B03E-71EF-1BB9-83083383EDC8}"/>
          </ac:cxnSpMkLst>
        </pc:cxnChg>
      </pc:sldChg>
      <pc:sldChg chg="modSp add del mod modTransition">
        <pc:chgData name="Judson Santiago" userId="ebb108da2f256286" providerId="LiveId" clId="{AF429FDD-0853-4BE1-A8CF-6B208FEEFB46}" dt="2023-03-28T22:16:14.545" v="5713" actId="47"/>
        <pc:sldMkLst>
          <pc:docMk/>
          <pc:sldMk cId="1005142726" sldId="469"/>
        </pc:sldMkLst>
        <pc:spChg chg="mod">
          <ac:chgData name="Judson Santiago" userId="ebb108da2f256286" providerId="LiveId" clId="{AF429FDD-0853-4BE1-A8CF-6B208FEEFB46}" dt="2023-03-28T22:16:11.966" v="5712" actId="6549"/>
          <ac:spMkLst>
            <pc:docMk/>
            <pc:sldMk cId="1005142726" sldId="469"/>
            <ac:spMk id="4" creationId="{459CE033-6CAC-60AF-5E16-CDFE754E8F17}"/>
          </ac:spMkLst>
        </pc:spChg>
      </pc:sldChg>
      <pc:sldChg chg="addSp delSp modSp new mod modNotesTx">
        <pc:chgData name="Judson Santiago" userId="ebb108da2f256286" providerId="LiveId" clId="{AF429FDD-0853-4BE1-A8CF-6B208FEEFB46}" dt="2023-03-28T23:51:37.186" v="8633" actId="164"/>
        <pc:sldMkLst>
          <pc:docMk/>
          <pc:sldMk cId="3454500425" sldId="469"/>
        </pc:sldMkLst>
        <pc:spChg chg="mod">
          <ac:chgData name="Judson Santiago" userId="ebb108da2f256286" providerId="LiveId" clId="{AF429FDD-0853-4BE1-A8CF-6B208FEEFB46}" dt="2023-03-28T22:52:23.314" v="6394" actId="20577"/>
          <ac:spMkLst>
            <pc:docMk/>
            <pc:sldMk cId="3454500425" sldId="469"/>
            <ac:spMk id="2" creationId="{0031E618-058A-FFDB-2DA4-247EBE3A3086}"/>
          </ac:spMkLst>
        </pc:spChg>
        <pc:spChg chg="mod">
          <ac:chgData name="Judson Santiago" userId="ebb108da2f256286" providerId="LiveId" clId="{AF429FDD-0853-4BE1-A8CF-6B208FEEFB46}" dt="2023-03-28T23:47:51.684" v="8567" actId="20577"/>
          <ac:spMkLst>
            <pc:docMk/>
            <pc:sldMk cId="3454500425" sldId="469"/>
            <ac:spMk id="3" creationId="{57811E2D-1C9C-5B5C-194D-CE4B0A15B9E4}"/>
          </ac:spMkLst>
        </pc:spChg>
        <pc:spChg chg="add del mod">
          <ac:chgData name="Judson Santiago" userId="ebb108da2f256286" providerId="LiveId" clId="{AF429FDD-0853-4BE1-A8CF-6B208FEEFB46}" dt="2023-03-28T23:11:15.350" v="7202" actId="478"/>
          <ac:spMkLst>
            <pc:docMk/>
            <pc:sldMk cId="3454500425" sldId="469"/>
            <ac:spMk id="4" creationId="{BFBEB9C2-C590-5D8F-5741-9493489491F1}"/>
          </ac:spMkLst>
        </pc:spChg>
        <pc:spChg chg="add mod">
          <ac:chgData name="Judson Santiago" userId="ebb108da2f256286" providerId="LiveId" clId="{AF429FDD-0853-4BE1-A8CF-6B208FEEFB46}" dt="2023-03-28T23:51:37.186" v="8633" actId="164"/>
          <ac:spMkLst>
            <pc:docMk/>
            <pc:sldMk cId="3454500425" sldId="469"/>
            <ac:spMk id="5" creationId="{2676B88A-0510-326E-3621-D5CFA18B7DFE}"/>
          </ac:spMkLst>
        </pc:spChg>
        <pc:spChg chg="add mod">
          <ac:chgData name="Judson Santiago" userId="ebb108da2f256286" providerId="LiveId" clId="{AF429FDD-0853-4BE1-A8CF-6B208FEEFB46}" dt="2023-03-28T23:51:32.961" v="8632" actId="164"/>
          <ac:spMkLst>
            <pc:docMk/>
            <pc:sldMk cId="3454500425" sldId="469"/>
            <ac:spMk id="6" creationId="{29E051A6-BDDC-DC9B-99C5-C53663A7853C}"/>
          </ac:spMkLst>
        </pc:spChg>
        <pc:spChg chg="add mod">
          <ac:chgData name="Judson Santiago" userId="ebb108da2f256286" providerId="LiveId" clId="{AF429FDD-0853-4BE1-A8CF-6B208FEEFB46}" dt="2023-03-28T23:51:32.961" v="8632" actId="164"/>
          <ac:spMkLst>
            <pc:docMk/>
            <pc:sldMk cId="3454500425" sldId="469"/>
            <ac:spMk id="7" creationId="{CF226FB7-195F-9E8E-5391-BD73089A085B}"/>
          </ac:spMkLst>
        </pc:spChg>
        <pc:spChg chg="add mod">
          <ac:chgData name="Judson Santiago" userId="ebb108da2f256286" providerId="LiveId" clId="{AF429FDD-0853-4BE1-A8CF-6B208FEEFB46}" dt="2023-03-28T23:51:37.186" v="8633" actId="164"/>
          <ac:spMkLst>
            <pc:docMk/>
            <pc:sldMk cId="3454500425" sldId="469"/>
            <ac:spMk id="8" creationId="{646476C5-F748-FF1E-A5DD-0628B98755B8}"/>
          </ac:spMkLst>
        </pc:spChg>
        <pc:spChg chg="add mod ord">
          <ac:chgData name="Judson Santiago" userId="ebb108da2f256286" providerId="LiveId" clId="{AF429FDD-0853-4BE1-A8CF-6B208FEEFB46}" dt="2023-03-28T23:51:37.186" v="8633" actId="164"/>
          <ac:spMkLst>
            <pc:docMk/>
            <pc:sldMk cId="3454500425" sldId="469"/>
            <ac:spMk id="9" creationId="{A2EBD666-E7EF-B29F-28CB-D105B7461115}"/>
          </ac:spMkLst>
        </pc:spChg>
        <pc:spChg chg="add del mod">
          <ac:chgData name="Judson Santiago" userId="ebb108da2f256286" providerId="LiveId" clId="{AF429FDD-0853-4BE1-A8CF-6B208FEEFB46}" dt="2023-03-28T23:46:37.468" v="8556" actId="478"/>
          <ac:spMkLst>
            <pc:docMk/>
            <pc:sldMk cId="3454500425" sldId="469"/>
            <ac:spMk id="10" creationId="{B95722A2-2A13-9C68-DA67-288132D2907D}"/>
          </ac:spMkLst>
        </pc:spChg>
        <pc:spChg chg="add mod ord">
          <ac:chgData name="Judson Santiago" userId="ebb108da2f256286" providerId="LiveId" clId="{AF429FDD-0853-4BE1-A8CF-6B208FEEFB46}" dt="2023-03-28T23:51:32.961" v="8632" actId="164"/>
          <ac:spMkLst>
            <pc:docMk/>
            <pc:sldMk cId="3454500425" sldId="469"/>
            <ac:spMk id="11" creationId="{526ED0C9-2D80-131E-5027-DA453EB0EDE6}"/>
          </ac:spMkLst>
        </pc:spChg>
        <pc:grpChg chg="add mod">
          <ac:chgData name="Judson Santiago" userId="ebb108da2f256286" providerId="LiveId" clId="{AF429FDD-0853-4BE1-A8CF-6B208FEEFB46}" dt="2023-03-28T23:51:32.961" v="8632" actId="164"/>
          <ac:grpSpMkLst>
            <pc:docMk/>
            <pc:sldMk cId="3454500425" sldId="469"/>
            <ac:grpSpMk id="12" creationId="{DF4C7F07-955B-FAED-08F8-794018C22018}"/>
          </ac:grpSpMkLst>
        </pc:grpChg>
        <pc:grpChg chg="add mod">
          <ac:chgData name="Judson Santiago" userId="ebb108da2f256286" providerId="LiveId" clId="{AF429FDD-0853-4BE1-A8CF-6B208FEEFB46}" dt="2023-03-28T23:51:37.186" v="8633" actId="164"/>
          <ac:grpSpMkLst>
            <pc:docMk/>
            <pc:sldMk cId="3454500425" sldId="469"/>
            <ac:grpSpMk id="13" creationId="{8B84D01D-7CE9-4A2C-E42F-FE109A021719}"/>
          </ac:grpSpMkLst>
        </pc:grpChg>
      </pc:sldChg>
      <pc:sldChg chg="addSp delSp modSp add mod modNotesTx">
        <pc:chgData name="Judson Santiago" userId="ebb108da2f256286" providerId="LiveId" clId="{AF429FDD-0853-4BE1-A8CF-6B208FEEFB46}" dt="2023-03-29T04:19:19.819" v="9535" actId="20577"/>
        <pc:sldMkLst>
          <pc:docMk/>
          <pc:sldMk cId="3133219665" sldId="470"/>
        </pc:sldMkLst>
        <pc:spChg chg="mod ord">
          <ac:chgData name="Judson Santiago" userId="ebb108da2f256286" providerId="LiveId" clId="{AF429FDD-0853-4BE1-A8CF-6B208FEEFB46}" dt="2023-03-29T04:08:27.077" v="9430" actId="207"/>
          <ac:spMkLst>
            <pc:docMk/>
            <pc:sldMk cId="3133219665" sldId="470"/>
            <ac:spMk id="3" creationId="{57811E2D-1C9C-5B5C-194D-CE4B0A15B9E4}"/>
          </ac:spMkLst>
        </pc:spChg>
        <pc:spChg chg="mod ord">
          <ac:chgData name="Judson Santiago" userId="ebb108da2f256286" providerId="LiveId" clId="{AF429FDD-0853-4BE1-A8CF-6B208FEEFB46}" dt="2023-03-29T04:09:04.494" v="9446" actId="1036"/>
          <ac:spMkLst>
            <pc:docMk/>
            <pc:sldMk cId="3133219665" sldId="470"/>
            <ac:spMk id="4" creationId="{BFBEB9C2-C590-5D8F-5741-9493489491F1}"/>
          </ac:spMkLst>
        </pc:spChg>
        <pc:spChg chg="add del mod ord">
          <ac:chgData name="Judson Santiago" userId="ebb108da2f256286" providerId="LiveId" clId="{AF429FDD-0853-4BE1-A8CF-6B208FEEFB46}" dt="2023-03-29T04:03:14.928" v="9175" actId="478"/>
          <ac:spMkLst>
            <pc:docMk/>
            <pc:sldMk cId="3133219665" sldId="470"/>
            <ac:spMk id="5" creationId="{F495AD7A-FB5B-E3F6-F9C4-712C59A1F934}"/>
          </ac:spMkLst>
        </pc:spChg>
        <pc:spChg chg="add del mod ord">
          <ac:chgData name="Judson Santiago" userId="ebb108da2f256286" providerId="LiveId" clId="{AF429FDD-0853-4BE1-A8CF-6B208FEEFB46}" dt="2023-03-29T04:03:15.584" v="9176" actId="478"/>
          <ac:spMkLst>
            <pc:docMk/>
            <pc:sldMk cId="3133219665" sldId="470"/>
            <ac:spMk id="6" creationId="{17C27FA3-8A82-EC05-7015-256F26EDE215}"/>
          </ac:spMkLst>
        </pc:spChg>
        <pc:spChg chg="add del mod ord">
          <ac:chgData name="Judson Santiago" userId="ebb108da2f256286" providerId="LiveId" clId="{AF429FDD-0853-4BE1-A8CF-6B208FEEFB46}" dt="2023-03-29T04:03:16.097" v="9177" actId="478"/>
          <ac:spMkLst>
            <pc:docMk/>
            <pc:sldMk cId="3133219665" sldId="470"/>
            <ac:spMk id="7" creationId="{A7750433-61B3-B2CB-BA95-9FAF8EDCFDE1}"/>
          </ac:spMkLst>
        </pc:spChg>
        <pc:spChg chg="add del mod">
          <ac:chgData name="Judson Santiago" userId="ebb108da2f256286" providerId="LiveId" clId="{AF429FDD-0853-4BE1-A8CF-6B208FEEFB46}" dt="2023-03-29T04:03:12.770" v="9174" actId="478"/>
          <ac:spMkLst>
            <pc:docMk/>
            <pc:sldMk cId="3133219665" sldId="470"/>
            <ac:spMk id="8" creationId="{F46B954C-027B-483B-B55D-E21748220F32}"/>
          </ac:spMkLst>
        </pc:spChg>
        <pc:spChg chg="add del mod">
          <ac:chgData name="Judson Santiago" userId="ebb108da2f256286" providerId="LiveId" clId="{AF429FDD-0853-4BE1-A8CF-6B208FEEFB46}" dt="2023-03-29T04:03:12.770" v="9174" actId="478"/>
          <ac:spMkLst>
            <pc:docMk/>
            <pc:sldMk cId="3133219665" sldId="470"/>
            <ac:spMk id="9" creationId="{745DE57C-4AC8-3815-9ACB-B79086AAE343}"/>
          </ac:spMkLst>
        </pc:spChg>
        <pc:spChg chg="add del mod">
          <ac:chgData name="Judson Santiago" userId="ebb108da2f256286" providerId="LiveId" clId="{AF429FDD-0853-4BE1-A8CF-6B208FEEFB46}" dt="2023-03-29T00:21:32.014" v="9106"/>
          <ac:spMkLst>
            <pc:docMk/>
            <pc:sldMk cId="3133219665" sldId="470"/>
            <ac:spMk id="10" creationId="{1226C9CC-C1A9-C624-A969-7CD04A5F829D}"/>
          </ac:spMkLst>
        </pc:spChg>
        <pc:spChg chg="add mod">
          <ac:chgData name="Judson Santiago" userId="ebb108da2f256286" providerId="LiveId" clId="{AF429FDD-0853-4BE1-A8CF-6B208FEEFB46}" dt="2023-03-29T04:09:04.494" v="9446" actId="1036"/>
          <ac:spMkLst>
            <pc:docMk/>
            <pc:sldMk cId="3133219665" sldId="470"/>
            <ac:spMk id="10" creationId="{4EC3D728-B572-CCCC-16E4-9678C468C731}"/>
          </ac:spMkLst>
        </pc:spChg>
        <pc:spChg chg="add del mod">
          <ac:chgData name="Judson Santiago" userId="ebb108da2f256286" providerId="LiveId" clId="{AF429FDD-0853-4BE1-A8CF-6B208FEEFB46}" dt="2023-03-29T04:03:12.770" v="9174" actId="478"/>
          <ac:spMkLst>
            <pc:docMk/>
            <pc:sldMk cId="3133219665" sldId="470"/>
            <ac:spMk id="11" creationId="{3E96496E-1E34-0F1A-7138-BAC48354FD46}"/>
          </ac:spMkLst>
        </pc:spChg>
        <pc:cxnChg chg="add mod">
          <ac:chgData name="Judson Santiago" userId="ebb108da2f256286" providerId="LiveId" clId="{AF429FDD-0853-4BE1-A8CF-6B208FEEFB46}" dt="2023-03-29T04:09:11.425" v="9447" actId="1076"/>
          <ac:cxnSpMkLst>
            <pc:docMk/>
            <pc:sldMk cId="3133219665" sldId="470"/>
            <ac:cxnSpMk id="12" creationId="{C7CE479A-4B98-FE58-2BFE-44896C572333}"/>
          </ac:cxnSpMkLst>
        </pc:cxnChg>
      </pc:sldChg>
      <pc:sldChg chg="add del">
        <pc:chgData name="Judson Santiago" userId="ebb108da2f256286" providerId="LiveId" clId="{AF429FDD-0853-4BE1-A8CF-6B208FEEFB46}" dt="2023-03-29T00:00:18.678" v="8714" actId="47"/>
        <pc:sldMkLst>
          <pc:docMk/>
          <pc:sldMk cId="376175571" sldId="471"/>
        </pc:sldMkLst>
      </pc:sldChg>
      <pc:sldChg chg="addSp delSp modSp add mod">
        <pc:chgData name="Judson Santiago" userId="ebb108da2f256286" providerId="LiveId" clId="{AF429FDD-0853-4BE1-A8CF-6B208FEEFB46}" dt="2023-03-29T00:10:17.914" v="8935" actId="14100"/>
        <pc:sldMkLst>
          <pc:docMk/>
          <pc:sldMk cId="2300012084" sldId="472"/>
        </pc:sldMkLst>
        <pc:spChg chg="mod ord">
          <ac:chgData name="Judson Santiago" userId="ebb108da2f256286" providerId="LiveId" clId="{AF429FDD-0853-4BE1-A8CF-6B208FEEFB46}" dt="2023-03-28T23:54:20.575" v="8686" actId="167"/>
          <ac:spMkLst>
            <pc:docMk/>
            <pc:sldMk cId="2300012084" sldId="472"/>
            <ac:spMk id="3" creationId="{57811E2D-1C9C-5B5C-194D-CE4B0A15B9E4}"/>
          </ac:spMkLst>
        </pc:spChg>
        <pc:spChg chg="add mod">
          <ac:chgData name="Judson Santiago" userId="ebb108da2f256286" providerId="LiveId" clId="{AF429FDD-0853-4BE1-A8CF-6B208FEEFB46}" dt="2023-03-28T23:53:12.510" v="8679" actId="20577"/>
          <ac:spMkLst>
            <pc:docMk/>
            <pc:sldMk cId="2300012084" sldId="472"/>
            <ac:spMk id="4" creationId="{CAB453B6-6128-A8FB-26FA-469E788D5715}"/>
          </ac:spMkLst>
        </pc:spChg>
        <pc:spChg chg="del">
          <ac:chgData name="Judson Santiago" userId="ebb108da2f256286" providerId="LiveId" clId="{AF429FDD-0853-4BE1-A8CF-6B208FEEFB46}" dt="2023-03-28T23:25:16.994" v="7853" actId="478"/>
          <ac:spMkLst>
            <pc:docMk/>
            <pc:sldMk cId="2300012084" sldId="472"/>
            <ac:spMk id="5" creationId="{2676B88A-0510-326E-3621-D5CFA18B7DFE}"/>
          </ac:spMkLst>
        </pc:spChg>
        <pc:spChg chg="del">
          <ac:chgData name="Judson Santiago" userId="ebb108da2f256286" providerId="LiveId" clId="{AF429FDD-0853-4BE1-A8CF-6B208FEEFB46}" dt="2023-03-28T23:25:18.801" v="7854" actId="478"/>
          <ac:spMkLst>
            <pc:docMk/>
            <pc:sldMk cId="2300012084" sldId="472"/>
            <ac:spMk id="6" creationId="{29E051A6-BDDC-DC9B-99C5-C53663A7853C}"/>
          </ac:spMkLst>
        </pc:spChg>
        <pc:spChg chg="add mod">
          <ac:chgData name="Judson Santiago" userId="ebb108da2f256286" providerId="LiveId" clId="{AF429FDD-0853-4BE1-A8CF-6B208FEEFB46}" dt="2023-03-29T00:09:16.167" v="8928" actId="207"/>
          <ac:spMkLst>
            <pc:docMk/>
            <pc:sldMk cId="2300012084" sldId="472"/>
            <ac:spMk id="7" creationId="{B05FF790-F99F-05D5-8B9B-A8AA90CA4642}"/>
          </ac:spMkLst>
        </pc:spChg>
        <pc:spChg chg="add mod">
          <ac:chgData name="Judson Santiago" userId="ebb108da2f256286" providerId="LiveId" clId="{AF429FDD-0853-4BE1-A8CF-6B208FEEFB46}" dt="2023-03-28T23:56:51.187" v="8711" actId="6549"/>
          <ac:spMkLst>
            <pc:docMk/>
            <pc:sldMk cId="2300012084" sldId="472"/>
            <ac:spMk id="8" creationId="{1244078E-DDEE-BF35-688A-FBAB39BE664B}"/>
          </ac:spMkLst>
        </pc:spChg>
        <pc:spChg chg="add del mod">
          <ac:chgData name="Judson Santiago" userId="ebb108da2f256286" providerId="LiveId" clId="{AF429FDD-0853-4BE1-A8CF-6B208FEEFB46}" dt="2023-03-28T23:51:54.050" v="8634" actId="478"/>
          <ac:spMkLst>
            <pc:docMk/>
            <pc:sldMk cId="2300012084" sldId="472"/>
            <ac:spMk id="33" creationId="{6CBE94F9-FF22-D06E-213E-ECE2C5394D57}"/>
          </ac:spMkLst>
        </pc:spChg>
        <pc:spChg chg="add mod ord">
          <ac:chgData name="Judson Santiago" userId="ebb108da2f256286" providerId="LiveId" clId="{AF429FDD-0853-4BE1-A8CF-6B208FEEFB46}" dt="2023-03-29T00:10:17.914" v="8935" actId="14100"/>
          <ac:spMkLst>
            <pc:docMk/>
            <pc:sldMk cId="2300012084" sldId="472"/>
            <ac:spMk id="34" creationId="{6508251A-5AEE-A463-0070-103F45BDBAEF}"/>
          </ac:spMkLst>
        </pc:spChg>
        <pc:spChg chg="add mod ord">
          <ac:chgData name="Judson Santiago" userId="ebb108da2f256286" providerId="LiveId" clId="{AF429FDD-0853-4BE1-A8CF-6B208FEEFB46}" dt="2023-03-28T23:59:50.513" v="8712" actId="14100"/>
          <ac:spMkLst>
            <pc:docMk/>
            <pc:sldMk cId="2300012084" sldId="472"/>
            <ac:spMk id="35" creationId="{A747342B-1275-78C8-CE8D-AB4119D2D48E}"/>
          </ac:spMkLst>
        </pc:spChg>
        <pc:cxnChg chg="add del mod">
          <ac:chgData name="Judson Santiago" userId="ebb108da2f256286" providerId="LiveId" clId="{AF429FDD-0853-4BE1-A8CF-6B208FEEFB46}" dt="2023-03-28T23:51:56.747" v="8636" actId="478"/>
          <ac:cxnSpMkLst>
            <pc:docMk/>
            <pc:sldMk cId="2300012084" sldId="472"/>
            <ac:cxnSpMk id="10" creationId="{F026446D-81E5-FFAE-E2CF-E4BBCE2C51AC}"/>
          </ac:cxnSpMkLst>
        </pc:cxnChg>
        <pc:cxnChg chg="add del mod">
          <ac:chgData name="Judson Santiago" userId="ebb108da2f256286" providerId="LiveId" clId="{AF429FDD-0853-4BE1-A8CF-6B208FEEFB46}" dt="2023-03-28T23:51:55.346" v="8635" actId="478"/>
          <ac:cxnSpMkLst>
            <pc:docMk/>
            <pc:sldMk cId="2300012084" sldId="472"/>
            <ac:cxnSpMk id="11" creationId="{FEE109AA-5E24-2BDF-F142-714957731F55}"/>
          </ac:cxnSpMkLst>
        </pc:cxnChg>
        <pc:cxnChg chg="add del mod">
          <ac:chgData name="Judson Santiago" userId="ebb108da2f256286" providerId="LiveId" clId="{AF429FDD-0853-4BE1-A8CF-6B208FEEFB46}" dt="2023-03-28T23:51:58.666" v="8637" actId="478"/>
          <ac:cxnSpMkLst>
            <pc:docMk/>
            <pc:sldMk cId="2300012084" sldId="472"/>
            <ac:cxnSpMk id="13" creationId="{1342B00F-5C9E-C4CA-D9B1-2B3E6B17A637}"/>
          </ac:cxnSpMkLst>
        </pc:cxnChg>
        <pc:cxnChg chg="add del mod">
          <ac:chgData name="Judson Santiago" userId="ebb108da2f256286" providerId="LiveId" clId="{AF429FDD-0853-4BE1-A8CF-6B208FEEFB46}" dt="2023-03-28T23:51:59.970" v="8638" actId="478"/>
          <ac:cxnSpMkLst>
            <pc:docMk/>
            <pc:sldMk cId="2300012084" sldId="472"/>
            <ac:cxnSpMk id="19" creationId="{AFFF2BE4-E3F4-2D15-BCE0-D8BF6D25FAA5}"/>
          </ac:cxnSpMkLst>
        </pc:cxnChg>
        <pc:cxnChg chg="add mod">
          <ac:chgData name="Judson Santiago" userId="ebb108da2f256286" providerId="LiveId" clId="{AF429FDD-0853-4BE1-A8CF-6B208FEEFB46}" dt="2023-03-28T23:59:50.513" v="8712" actId="14100"/>
          <ac:cxnSpMkLst>
            <pc:docMk/>
            <pc:sldMk cId="2300012084" sldId="472"/>
            <ac:cxnSpMk id="37" creationId="{2CF74CA6-6587-9324-8A5C-A93A39E22587}"/>
          </ac:cxnSpMkLst>
        </pc:cxnChg>
        <pc:cxnChg chg="add mod">
          <ac:chgData name="Judson Santiago" userId="ebb108da2f256286" providerId="LiveId" clId="{AF429FDD-0853-4BE1-A8CF-6B208FEEFB46}" dt="2023-03-29T00:10:17.914" v="8935" actId="14100"/>
          <ac:cxnSpMkLst>
            <pc:docMk/>
            <pc:sldMk cId="2300012084" sldId="472"/>
            <ac:cxnSpMk id="40" creationId="{947ACB8A-FE65-6CC1-0DFF-7D60F62FB49C}"/>
          </ac:cxnSpMkLst>
        </pc:cxnChg>
      </pc:sldChg>
      <pc:sldChg chg="addSp delSp modSp new mod">
        <pc:chgData name="Judson Santiago" userId="ebb108da2f256286" providerId="LiveId" clId="{AF429FDD-0853-4BE1-A8CF-6B208FEEFB46}" dt="2023-04-08T01:15:31.326" v="14552" actId="1076"/>
        <pc:sldMkLst>
          <pc:docMk/>
          <pc:sldMk cId="3010809026" sldId="473"/>
        </pc:sldMkLst>
        <pc:spChg chg="mod">
          <ac:chgData name="Judson Santiago" userId="ebb108da2f256286" providerId="LiveId" clId="{AF429FDD-0853-4BE1-A8CF-6B208FEEFB46}" dt="2023-03-31T23:48:03.618" v="9560" actId="20577"/>
          <ac:spMkLst>
            <pc:docMk/>
            <pc:sldMk cId="3010809026" sldId="473"/>
            <ac:spMk id="2" creationId="{8CE9D1FB-90D9-0D24-9AA8-C295F42D72CF}"/>
          </ac:spMkLst>
        </pc:spChg>
        <pc:spChg chg="mod">
          <ac:chgData name="Judson Santiago" userId="ebb108da2f256286" providerId="LiveId" clId="{AF429FDD-0853-4BE1-A8CF-6B208FEEFB46}" dt="2023-04-01T00:08:07.669" v="9930" actId="113"/>
          <ac:spMkLst>
            <pc:docMk/>
            <pc:sldMk cId="3010809026" sldId="473"/>
            <ac:spMk id="3" creationId="{3A7B5D63-9068-36B3-63A9-9265E9ACAA37}"/>
          </ac:spMkLst>
        </pc:spChg>
        <pc:spChg chg="add mod">
          <ac:chgData name="Judson Santiago" userId="ebb108da2f256286" providerId="LiveId" clId="{AF429FDD-0853-4BE1-A8CF-6B208FEEFB46}" dt="2023-04-08T01:15:01.118" v="14550" actId="14100"/>
          <ac:spMkLst>
            <pc:docMk/>
            <pc:sldMk cId="3010809026" sldId="473"/>
            <ac:spMk id="4" creationId="{839B48E7-1DAA-ED67-0D91-C01BFF41C7EF}"/>
          </ac:spMkLst>
        </pc:spChg>
        <pc:spChg chg="add mod">
          <ac:chgData name="Judson Santiago" userId="ebb108da2f256286" providerId="LiveId" clId="{AF429FDD-0853-4BE1-A8CF-6B208FEEFB46}" dt="2023-04-08T01:15:31.326" v="14552" actId="1076"/>
          <ac:spMkLst>
            <pc:docMk/>
            <pc:sldMk cId="3010809026" sldId="473"/>
            <ac:spMk id="7" creationId="{C8556338-C7AC-7AC2-C250-652562FEA6EE}"/>
          </ac:spMkLst>
        </pc:spChg>
        <pc:spChg chg="add del mod">
          <ac:chgData name="Judson Santiago" userId="ebb108da2f256286" providerId="LiveId" clId="{AF429FDD-0853-4BE1-A8CF-6B208FEEFB46}" dt="2023-04-01T00:16:34.507" v="10129" actId="478"/>
          <ac:spMkLst>
            <pc:docMk/>
            <pc:sldMk cId="3010809026" sldId="473"/>
            <ac:spMk id="9" creationId="{497C98B1-AC6C-8F2C-FFFA-C59713AD6C96}"/>
          </ac:spMkLst>
        </pc:spChg>
        <pc:picChg chg="add mod">
          <ac:chgData name="Judson Santiago" userId="ebb108da2f256286" providerId="LiveId" clId="{AF429FDD-0853-4BE1-A8CF-6B208FEEFB46}" dt="2023-04-08T01:15:23.629" v="14551" actId="1076"/>
          <ac:picMkLst>
            <pc:docMk/>
            <pc:sldMk cId="3010809026" sldId="473"/>
            <ac:picMk id="6" creationId="{F92E26B4-767A-48B0-5F85-8DDBF448A7A2}"/>
          </ac:picMkLst>
        </pc:picChg>
        <pc:picChg chg="add del mod">
          <ac:chgData name="Judson Santiago" userId="ebb108da2f256286" providerId="LiveId" clId="{AF429FDD-0853-4BE1-A8CF-6B208FEEFB46}" dt="2023-04-01T00:16:34.507" v="10129" actId="478"/>
          <ac:picMkLst>
            <pc:docMk/>
            <pc:sldMk cId="3010809026" sldId="473"/>
            <ac:picMk id="8" creationId="{54514175-FDFB-CCCF-C6E0-64B76190FF9E}"/>
          </ac:picMkLst>
        </pc:picChg>
      </pc:sldChg>
      <pc:sldChg chg="addSp modSp new mod modNotesTx">
        <pc:chgData name="Judson Santiago" userId="ebb108da2f256286" providerId="LiveId" clId="{AF429FDD-0853-4BE1-A8CF-6B208FEEFB46}" dt="2023-04-08T01:17:34.504" v="14554" actId="20577"/>
        <pc:sldMkLst>
          <pc:docMk/>
          <pc:sldMk cId="62768180" sldId="474"/>
        </pc:sldMkLst>
        <pc:spChg chg="mod">
          <ac:chgData name="Judson Santiago" userId="ebb108da2f256286" providerId="LiveId" clId="{AF429FDD-0853-4BE1-A8CF-6B208FEEFB46}" dt="2023-04-01T00:16:44.033" v="10131"/>
          <ac:spMkLst>
            <pc:docMk/>
            <pc:sldMk cId="62768180" sldId="474"/>
            <ac:spMk id="2" creationId="{71C84E78-7BEC-A314-5E2A-4A653D86539E}"/>
          </ac:spMkLst>
        </pc:spChg>
        <pc:spChg chg="mod">
          <ac:chgData name="Judson Santiago" userId="ebb108da2f256286" providerId="LiveId" clId="{AF429FDD-0853-4BE1-A8CF-6B208FEEFB46}" dt="2023-04-01T00:20:04.517" v="10342" actId="207"/>
          <ac:spMkLst>
            <pc:docMk/>
            <pc:sldMk cId="62768180" sldId="474"/>
            <ac:spMk id="3" creationId="{88CC58F7-C757-1A9B-B31A-13BABD219233}"/>
          </ac:spMkLst>
        </pc:spChg>
        <pc:spChg chg="add mod">
          <ac:chgData name="Judson Santiago" userId="ebb108da2f256286" providerId="LiveId" clId="{AF429FDD-0853-4BE1-A8CF-6B208FEEFB46}" dt="2023-04-08T01:17:34.504" v="14554" actId="20577"/>
          <ac:spMkLst>
            <pc:docMk/>
            <pc:sldMk cId="62768180" sldId="474"/>
            <ac:spMk id="4" creationId="{A8CFC602-06D3-0D07-DDF7-FA6B9BDDB7AC}"/>
          </ac:spMkLst>
        </pc:spChg>
      </pc:sldChg>
      <pc:sldChg chg="addSp modSp new mod">
        <pc:chgData name="Judson Santiago" userId="ebb108da2f256286" providerId="LiveId" clId="{AF429FDD-0853-4BE1-A8CF-6B208FEEFB46}" dt="2023-04-01T00:45:19.579" v="11407" actId="20577"/>
        <pc:sldMkLst>
          <pc:docMk/>
          <pc:sldMk cId="1911882101" sldId="475"/>
        </pc:sldMkLst>
        <pc:spChg chg="mod">
          <ac:chgData name="Judson Santiago" userId="ebb108da2f256286" providerId="LiveId" clId="{AF429FDD-0853-4BE1-A8CF-6B208FEEFB46}" dt="2023-04-01T00:32:17.094" v="10895" actId="20577"/>
          <ac:spMkLst>
            <pc:docMk/>
            <pc:sldMk cId="1911882101" sldId="475"/>
            <ac:spMk id="2" creationId="{38F72E3C-8DCA-1738-4B33-7445DC50A124}"/>
          </ac:spMkLst>
        </pc:spChg>
        <pc:spChg chg="mod">
          <ac:chgData name="Judson Santiago" userId="ebb108da2f256286" providerId="LiveId" clId="{AF429FDD-0853-4BE1-A8CF-6B208FEEFB46}" dt="2023-04-01T00:44:52.132" v="11397" actId="207"/>
          <ac:spMkLst>
            <pc:docMk/>
            <pc:sldMk cId="1911882101" sldId="475"/>
            <ac:spMk id="3" creationId="{772BB95C-C94B-C01F-AEF4-D5B09BEE4F3E}"/>
          </ac:spMkLst>
        </pc:spChg>
        <pc:spChg chg="add mod">
          <ac:chgData name="Judson Santiago" userId="ebb108da2f256286" providerId="LiveId" clId="{AF429FDD-0853-4BE1-A8CF-6B208FEEFB46}" dt="2023-04-01T00:37:26.857" v="11197" actId="1076"/>
          <ac:spMkLst>
            <pc:docMk/>
            <pc:sldMk cId="1911882101" sldId="475"/>
            <ac:spMk id="4" creationId="{1BD25ADD-F076-17AE-8A8F-15BB55B21697}"/>
          </ac:spMkLst>
        </pc:spChg>
        <pc:spChg chg="add mod">
          <ac:chgData name="Judson Santiago" userId="ebb108da2f256286" providerId="LiveId" clId="{AF429FDD-0853-4BE1-A8CF-6B208FEEFB46}" dt="2023-04-01T00:44:23.233" v="11395" actId="1076"/>
          <ac:spMkLst>
            <pc:docMk/>
            <pc:sldMk cId="1911882101" sldId="475"/>
            <ac:spMk id="6" creationId="{40D0FDC7-3C91-84A0-2F96-63525D5BC7E3}"/>
          </ac:spMkLst>
        </pc:spChg>
        <pc:spChg chg="add mod">
          <ac:chgData name="Judson Santiago" userId="ebb108da2f256286" providerId="LiveId" clId="{AF429FDD-0853-4BE1-A8CF-6B208FEEFB46}" dt="2023-04-01T00:45:19.579" v="11407" actId="20577"/>
          <ac:spMkLst>
            <pc:docMk/>
            <pc:sldMk cId="1911882101" sldId="475"/>
            <ac:spMk id="7" creationId="{74ACC293-AFBB-630E-7255-A2140F635DFA}"/>
          </ac:spMkLst>
        </pc:spChg>
        <pc:cxnChg chg="add mod">
          <ac:chgData name="Judson Santiago" userId="ebb108da2f256286" providerId="LiveId" clId="{AF429FDD-0853-4BE1-A8CF-6B208FEEFB46}" dt="2023-04-01T00:44:23.233" v="11395" actId="1076"/>
          <ac:cxnSpMkLst>
            <pc:docMk/>
            <pc:sldMk cId="1911882101" sldId="475"/>
            <ac:cxnSpMk id="5" creationId="{EC8077C3-CBEA-DFF1-D368-E826D3CF1EDF}"/>
          </ac:cxnSpMkLst>
        </pc:cxnChg>
      </pc:sldChg>
      <pc:sldChg chg="addSp delSp modSp new mod">
        <pc:chgData name="Judson Santiago" userId="ebb108da2f256286" providerId="LiveId" clId="{AF429FDD-0853-4BE1-A8CF-6B208FEEFB46}" dt="2023-04-02T14:25:50.946" v="12120" actId="1076"/>
        <pc:sldMkLst>
          <pc:docMk/>
          <pc:sldMk cId="1530858448" sldId="476"/>
        </pc:sldMkLst>
        <pc:spChg chg="mod">
          <ac:chgData name="Judson Santiago" userId="ebb108da2f256286" providerId="LiveId" clId="{AF429FDD-0853-4BE1-A8CF-6B208FEEFB46}" dt="2023-04-01T00:46:59.443" v="11428" actId="20577"/>
          <ac:spMkLst>
            <pc:docMk/>
            <pc:sldMk cId="1530858448" sldId="476"/>
            <ac:spMk id="2" creationId="{D94E4480-39D8-56B1-D680-24C29E9AEAF7}"/>
          </ac:spMkLst>
        </pc:spChg>
        <pc:spChg chg="mod">
          <ac:chgData name="Judson Santiago" userId="ebb108da2f256286" providerId="LiveId" clId="{AF429FDD-0853-4BE1-A8CF-6B208FEEFB46}" dt="2023-04-02T14:25:04.047" v="12113" actId="6549"/>
          <ac:spMkLst>
            <pc:docMk/>
            <pc:sldMk cId="1530858448" sldId="476"/>
            <ac:spMk id="3" creationId="{254FCBCB-1BB1-F8AF-4415-F402B73D41CC}"/>
          </ac:spMkLst>
        </pc:spChg>
        <pc:spChg chg="mod topLvl">
          <ac:chgData name="Judson Santiago" userId="ebb108da2f256286" providerId="LiveId" clId="{AF429FDD-0853-4BE1-A8CF-6B208FEEFB46}" dt="2023-04-01T01:00:43.377" v="11659" actId="6549"/>
          <ac:spMkLst>
            <pc:docMk/>
            <pc:sldMk cId="1530858448" sldId="476"/>
            <ac:spMk id="5" creationId="{571F9B70-A034-C422-F1FF-875E89F4F977}"/>
          </ac:spMkLst>
        </pc:spChg>
        <pc:spChg chg="mod topLvl">
          <ac:chgData name="Judson Santiago" userId="ebb108da2f256286" providerId="LiveId" clId="{AF429FDD-0853-4BE1-A8CF-6B208FEEFB46}" dt="2023-04-02T14:25:50.946" v="12120" actId="1076"/>
          <ac:spMkLst>
            <pc:docMk/>
            <pc:sldMk cId="1530858448" sldId="476"/>
            <ac:spMk id="7" creationId="{0EB6158F-0A76-B316-12F0-74855C81D40B}"/>
          </ac:spMkLst>
        </pc:spChg>
        <pc:grpChg chg="add del mod">
          <ac:chgData name="Judson Santiago" userId="ebb108da2f256286" providerId="LiveId" clId="{AF429FDD-0853-4BE1-A8CF-6B208FEEFB46}" dt="2023-04-01T00:57:44.510" v="11591" actId="165"/>
          <ac:grpSpMkLst>
            <pc:docMk/>
            <pc:sldMk cId="1530858448" sldId="476"/>
            <ac:grpSpMk id="4" creationId="{F76ABA3C-0C20-9733-14A7-26626E451320}"/>
          </ac:grpSpMkLst>
        </pc:grpChg>
        <pc:cxnChg chg="del mod">
          <ac:chgData name="Judson Santiago" userId="ebb108da2f256286" providerId="LiveId" clId="{AF429FDD-0853-4BE1-A8CF-6B208FEEFB46}" dt="2023-04-01T00:47:52.219" v="11512" actId="478"/>
          <ac:cxnSpMkLst>
            <pc:docMk/>
            <pc:sldMk cId="1530858448" sldId="476"/>
            <ac:cxnSpMk id="6" creationId="{3BF4DE7F-0296-65C8-59F1-E3F148FE6395}"/>
          </ac:cxnSpMkLst>
        </pc:cxnChg>
        <pc:cxnChg chg="add mod">
          <ac:chgData name="Judson Santiago" userId="ebb108da2f256286" providerId="LiveId" clId="{AF429FDD-0853-4BE1-A8CF-6B208FEEFB46}" dt="2023-04-02T14:25:26.284" v="12114" actId="14100"/>
          <ac:cxnSpMkLst>
            <pc:docMk/>
            <pc:sldMk cId="1530858448" sldId="476"/>
            <ac:cxnSpMk id="8" creationId="{796A1E53-3509-4E69-74AD-B253EB8239E3}"/>
          </ac:cxnSpMkLst>
        </pc:cxnChg>
      </pc:sldChg>
      <pc:sldChg chg="addSp delSp modSp new mod modAnim modNotesTx">
        <pc:chgData name="Judson Santiago" userId="ebb108da2f256286" providerId="LiveId" clId="{AF429FDD-0853-4BE1-A8CF-6B208FEEFB46}" dt="2023-04-08T02:01:49.783" v="14566"/>
        <pc:sldMkLst>
          <pc:docMk/>
          <pc:sldMk cId="46124651" sldId="477"/>
        </pc:sldMkLst>
        <pc:spChg chg="mod">
          <ac:chgData name="Judson Santiago" userId="ebb108da2f256286" providerId="LiveId" clId="{AF429FDD-0853-4BE1-A8CF-6B208FEEFB46}" dt="2023-04-01T01:01:38.638" v="11680" actId="20577"/>
          <ac:spMkLst>
            <pc:docMk/>
            <pc:sldMk cId="46124651" sldId="477"/>
            <ac:spMk id="2" creationId="{3E50BED8-63AF-A0CC-3A83-DBB0543E4447}"/>
          </ac:spMkLst>
        </pc:spChg>
        <pc:spChg chg="mod">
          <ac:chgData name="Judson Santiago" userId="ebb108da2f256286" providerId="LiveId" clId="{AF429FDD-0853-4BE1-A8CF-6B208FEEFB46}" dt="2023-04-02T14:32:52.852" v="12128" actId="20577"/>
          <ac:spMkLst>
            <pc:docMk/>
            <pc:sldMk cId="46124651" sldId="477"/>
            <ac:spMk id="3" creationId="{D73B7840-C66D-4C1D-0AB7-2D6929A6EE41}"/>
          </ac:spMkLst>
        </pc:spChg>
        <pc:spChg chg="add mod">
          <ac:chgData name="Judson Santiago" userId="ebb108da2f256286" providerId="LiveId" clId="{AF429FDD-0853-4BE1-A8CF-6B208FEEFB46}" dt="2023-04-02T14:23:52.122" v="12079" actId="1076"/>
          <ac:spMkLst>
            <pc:docMk/>
            <pc:sldMk cId="46124651" sldId="477"/>
            <ac:spMk id="4" creationId="{7362170E-21BD-A43A-CEAD-7A579116B418}"/>
          </ac:spMkLst>
        </pc:spChg>
        <pc:spChg chg="add mod ord topLvl">
          <ac:chgData name="Judson Santiago" userId="ebb108da2f256286" providerId="LiveId" clId="{AF429FDD-0853-4BE1-A8CF-6B208FEEFB46}" dt="2023-04-08T01:44:14.947" v="14555" actId="164"/>
          <ac:spMkLst>
            <pc:docMk/>
            <pc:sldMk cId="46124651" sldId="477"/>
            <ac:spMk id="6" creationId="{F694C5C1-CAB3-7A06-5F58-9BAD4E51E0A5}"/>
          </ac:spMkLst>
        </pc:spChg>
        <pc:spChg chg="del mod">
          <ac:chgData name="Judson Santiago" userId="ebb108da2f256286" providerId="LiveId" clId="{AF429FDD-0853-4BE1-A8CF-6B208FEEFB46}" dt="2023-04-02T14:43:43.985" v="12671" actId="478"/>
          <ac:spMkLst>
            <pc:docMk/>
            <pc:sldMk cId="46124651" sldId="477"/>
            <ac:spMk id="9" creationId="{7ED08364-4E5B-933D-47B2-B25A73192C3B}"/>
          </ac:spMkLst>
        </pc:spChg>
        <pc:spChg chg="del mod topLvl">
          <ac:chgData name="Judson Santiago" userId="ebb108da2f256286" providerId="LiveId" clId="{AF429FDD-0853-4BE1-A8CF-6B208FEEFB46}" dt="2023-04-02T14:43:50.050" v="12675" actId="478"/>
          <ac:spMkLst>
            <pc:docMk/>
            <pc:sldMk cId="46124651" sldId="477"/>
            <ac:spMk id="10" creationId="{B7B9E707-236F-73E1-B000-1B4FB12F298F}"/>
          </ac:spMkLst>
        </pc:spChg>
        <pc:spChg chg="del mod">
          <ac:chgData name="Judson Santiago" userId="ebb108da2f256286" providerId="LiveId" clId="{AF429FDD-0853-4BE1-A8CF-6B208FEEFB46}" dt="2023-04-02T14:43:42.338" v="12670" actId="478"/>
          <ac:spMkLst>
            <pc:docMk/>
            <pc:sldMk cId="46124651" sldId="477"/>
            <ac:spMk id="11" creationId="{BF103D8D-0A19-C077-FDEC-48D72B5F2957}"/>
          </ac:spMkLst>
        </pc:spChg>
        <pc:spChg chg="mod topLvl">
          <ac:chgData name="Judson Santiago" userId="ebb108da2f256286" providerId="LiveId" clId="{AF429FDD-0853-4BE1-A8CF-6B208FEEFB46}" dt="2023-04-08T01:44:14.947" v="14555" actId="164"/>
          <ac:spMkLst>
            <pc:docMk/>
            <pc:sldMk cId="46124651" sldId="477"/>
            <ac:spMk id="15" creationId="{59C7D7DB-203C-954E-12B8-3672E48BCA04}"/>
          </ac:spMkLst>
        </pc:spChg>
        <pc:spChg chg="mod topLvl">
          <ac:chgData name="Judson Santiago" userId="ebb108da2f256286" providerId="LiveId" clId="{AF429FDD-0853-4BE1-A8CF-6B208FEEFB46}" dt="2023-04-08T01:44:14.947" v="14555" actId="164"/>
          <ac:spMkLst>
            <pc:docMk/>
            <pc:sldMk cId="46124651" sldId="477"/>
            <ac:spMk id="16" creationId="{6AA203EC-47DB-153C-67BD-60B8596CEFBF}"/>
          </ac:spMkLst>
        </pc:spChg>
        <pc:spChg chg="mod topLvl">
          <ac:chgData name="Judson Santiago" userId="ebb108da2f256286" providerId="LiveId" clId="{AF429FDD-0853-4BE1-A8CF-6B208FEEFB46}" dt="2023-04-04T22:34:41.025" v="12785" actId="164"/>
          <ac:spMkLst>
            <pc:docMk/>
            <pc:sldMk cId="46124651" sldId="477"/>
            <ac:spMk id="17" creationId="{B86B3E75-12A2-2405-A438-39F893D393BA}"/>
          </ac:spMkLst>
        </pc:spChg>
        <pc:spChg chg="mod topLvl">
          <ac:chgData name="Judson Santiago" userId="ebb108da2f256286" providerId="LiveId" clId="{AF429FDD-0853-4BE1-A8CF-6B208FEEFB46}" dt="2023-04-04T22:34:41.025" v="12785" actId="164"/>
          <ac:spMkLst>
            <pc:docMk/>
            <pc:sldMk cId="46124651" sldId="477"/>
            <ac:spMk id="20" creationId="{50FC8C9F-DACE-3607-17A1-0B0AAC935779}"/>
          </ac:spMkLst>
        </pc:spChg>
        <pc:spChg chg="mod topLvl">
          <ac:chgData name="Judson Santiago" userId="ebb108da2f256286" providerId="LiveId" clId="{AF429FDD-0853-4BE1-A8CF-6B208FEEFB46}" dt="2023-04-04T22:34:41.025" v="12785" actId="164"/>
          <ac:spMkLst>
            <pc:docMk/>
            <pc:sldMk cId="46124651" sldId="477"/>
            <ac:spMk id="21" creationId="{51107EBD-9AC6-B975-E32E-EDAAE662C10E}"/>
          </ac:spMkLst>
        </pc:spChg>
        <pc:spChg chg="mod topLvl">
          <ac:chgData name="Judson Santiago" userId="ebb108da2f256286" providerId="LiveId" clId="{AF429FDD-0853-4BE1-A8CF-6B208FEEFB46}" dt="2023-04-04T22:34:41.025" v="12785" actId="164"/>
          <ac:spMkLst>
            <pc:docMk/>
            <pc:sldMk cId="46124651" sldId="477"/>
            <ac:spMk id="23" creationId="{AA277435-0162-86BE-13C4-DE1D8332B272}"/>
          </ac:spMkLst>
        </pc:spChg>
        <pc:spChg chg="mod topLvl">
          <ac:chgData name="Judson Santiago" userId="ebb108da2f256286" providerId="LiveId" clId="{AF429FDD-0853-4BE1-A8CF-6B208FEEFB46}" dt="2023-04-08T01:44:14.947" v="14555" actId="164"/>
          <ac:spMkLst>
            <pc:docMk/>
            <pc:sldMk cId="46124651" sldId="477"/>
            <ac:spMk id="24" creationId="{66C3BF3D-80C6-B972-EBF2-886E902F9344}"/>
          </ac:spMkLst>
        </pc:spChg>
        <pc:spChg chg="mod">
          <ac:chgData name="Judson Santiago" userId="ebb108da2f256286" providerId="LiveId" clId="{AF429FDD-0853-4BE1-A8CF-6B208FEEFB46}" dt="2023-04-02T14:47:13.583" v="12776"/>
          <ac:spMkLst>
            <pc:docMk/>
            <pc:sldMk cId="46124651" sldId="477"/>
            <ac:spMk id="27" creationId="{59528DDB-6A6A-AF0A-ECCE-6056D00E060B}"/>
          </ac:spMkLst>
        </pc:spChg>
        <pc:grpChg chg="add mod">
          <ac:chgData name="Judson Santiago" userId="ebb108da2f256286" providerId="LiveId" clId="{AF429FDD-0853-4BE1-A8CF-6B208FEEFB46}" dt="2023-04-08T01:44:14.947" v="14555" actId="164"/>
          <ac:grpSpMkLst>
            <pc:docMk/>
            <pc:sldMk cId="46124651" sldId="477"/>
            <ac:grpSpMk id="5" creationId="{FCF828F0-B83E-1E32-049D-3F6425E9779B}"/>
          </ac:grpSpMkLst>
        </pc:grpChg>
        <pc:grpChg chg="add del mod">
          <ac:chgData name="Judson Santiago" userId="ebb108da2f256286" providerId="LiveId" clId="{AF429FDD-0853-4BE1-A8CF-6B208FEEFB46}" dt="2023-04-02T14:43:50.050" v="12675" actId="478"/>
          <ac:grpSpMkLst>
            <pc:docMk/>
            <pc:sldMk cId="46124651" sldId="477"/>
            <ac:grpSpMk id="7" creationId="{56CC0C41-65C2-0264-C4FD-9182981092B5}"/>
          </ac:grpSpMkLst>
        </pc:grpChg>
        <pc:grpChg chg="add mod">
          <ac:chgData name="Judson Santiago" userId="ebb108da2f256286" providerId="LiveId" clId="{AF429FDD-0853-4BE1-A8CF-6B208FEEFB46}" dt="2023-04-08T01:44:14.947" v="14555" actId="164"/>
          <ac:grpSpMkLst>
            <pc:docMk/>
            <pc:sldMk cId="46124651" sldId="477"/>
            <ac:grpSpMk id="7" creationId="{B57C543B-ACB5-6C6A-C9EB-535FB882FCD7}"/>
          </ac:grpSpMkLst>
        </pc:grpChg>
        <pc:grpChg chg="del mod topLvl">
          <ac:chgData name="Judson Santiago" userId="ebb108da2f256286" providerId="LiveId" clId="{AF429FDD-0853-4BE1-A8CF-6B208FEEFB46}" dt="2023-04-02T14:45:30.406" v="12712" actId="165"/>
          <ac:grpSpMkLst>
            <pc:docMk/>
            <pc:sldMk cId="46124651" sldId="477"/>
            <ac:grpSpMk id="8" creationId="{9C484919-37E4-DA33-FF0C-3CC4C1BE9BAA}"/>
          </ac:grpSpMkLst>
        </pc:grpChg>
        <pc:grpChg chg="add del mod">
          <ac:chgData name="Judson Santiago" userId="ebb108da2f256286" providerId="LiveId" clId="{AF429FDD-0853-4BE1-A8CF-6B208FEEFB46}" dt="2023-04-04T22:34:36.280" v="12784" actId="165"/>
          <ac:grpSpMkLst>
            <pc:docMk/>
            <pc:sldMk cId="46124651" sldId="477"/>
            <ac:grpSpMk id="25" creationId="{B05D6F48-498E-1AB5-186A-E8A5D039D9F0}"/>
          </ac:grpSpMkLst>
        </pc:grpChg>
        <pc:grpChg chg="add del mod">
          <ac:chgData name="Judson Santiago" userId="ebb108da2f256286" providerId="LiveId" clId="{AF429FDD-0853-4BE1-A8CF-6B208FEEFB46}" dt="2023-04-08T02:01:43.660" v="14565" actId="478"/>
          <ac:grpSpMkLst>
            <pc:docMk/>
            <pc:sldMk cId="46124651" sldId="477"/>
            <ac:grpSpMk id="26" creationId="{00E385FC-BCBF-9C4D-4910-8B84F3F5466F}"/>
          </ac:grpSpMkLst>
        </pc:grpChg>
        <pc:picChg chg="mod">
          <ac:chgData name="Judson Santiago" userId="ebb108da2f256286" providerId="LiveId" clId="{AF429FDD-0853-4BE1-A8CF-6B208FEEFB46}" dt="2023-04-02T14:47:13.583" v="12776"/>
          <ac:picMkLst>
            <pc:docMk/>
            <pc:sldMk cId="46124651" sldId="477"/>
            <ac:picMk id="28" creationId="{972039E6-1741-872A-E9A7-7A874AB42BE9}"/>
          </ac:picMkLst>
        </pc:picChg>
        <pc:cxnChg chg="del mod">
          <ac:chgData name="Judson Santiago" userId="ebb108da2f256286" providerId="LiveId" clId="{AF429FDD-0853-4BE1-A8CF-6B208FEEFB46}" dt="2023-04-02T14:43:45.474" v="12672" actId="478"/>
          <ac:cxnSpMkLst>
            <pc:docMk/>
            <pc:sldMk cId="46124651" sldId="477"/>
            <ac:cxnSpMk id="12" creationId="{F19E7D9E-5302-E16A-342E-D14C60A4B218}"/>
          </ac:cxnSpMkLst>
        </pc:cxnChg>
        <pc:cxnChg chg="del mod">
          <ac:chgData name="Judson Santiago" userId="ebb108da2f256286" providerId="LiveId" clId="{AF429FDD-0853-4BE1-A8CF-6B208FEEFB46}" dt="2023-04-02T14:43:47.073" v="12673" actId="478"/>
          <ac:cxnSpMkLst>
            <pc:docMk/>
            <pc:sldMk cId="46124651" sldId="477"/>
            <ac:cxnSpMk id="13" creationId="{70DAAF11-95A2-0193-D7B7-205BFB85DE40}"/>
          </ac:cxnSpMkLst>
        </pc:cxnChg>
        <pc:cxnChg chg="del mod">
          <ac:chgData name="Judson Santiago" userId="ebb108da2f256286" providerId="LiveId" clId="{AF429FDD-0853-4BE1-A8CF-6B208FEEFB46}" dt="2023-04-02T14:43:48.729" v="12674" actId="478"/>
          <ac:cxnSpMkLst>
            <pc:docMk/>
            <pc:sldMk cId="46124651" sldId="477"/>
            <ac:cxnSpMk id="14" creationId="{C2446771-F506-3767-BF8D-136228359BB9}"/>
          </ac:cxnSpMkLst>
        </pc:cxnChg>
        <pc:cxnChg chg="mod topLvl">
          <ac:chgData name="Judson Santiago" userId="ebb108da2f256286" providerId="LiveId" clId="{AF429FDD-0853-4BE1-A8CF-6B208FEEFB46}" dt="2023-04-04T22:34:41.025" v="12785" actId="164"/>
          <ac:cxnSpMkLst>
            <pc:docMk/>
            <pc:sldMk cId="46124651" sldId="477"/>
            <ac:cxnSpMk id="18" creationId="{CD2F5983-EBA4-A3D5-3AB8-D596ECC06979}"/>
          </ac:cxnSpMkLst>
        </pc:cxnChg>
        <pc:cxnChg chg="mod topLvl">
          <ac:chgData name="Judson Santiago" userId="ebb108da2f256286" providerId="LiveId" clId="{AF429FDD-0853-4BE1-A8CF-6B208FEEFB46}" dt="2023-04-04T22:34:41.025" v="12785" actId="164"/>
          <ac:cxnSpMkLst>
            <pc:docMk/>
            <pc:sldMk cId="46124651" sldId="477"/>
            <ac:cxnSpMk id="19" creationId="{8C911715-DD9A-55D8-8447-AE0877771780}"/>
          </ac:cxnSpMkLst>
        </pc:cxnChg>
        <pc:cxnChg chg="mod topLvl">
          <ac:chgData name="Judson Santiago" userId="ebb108da2f256286" providerId="LiveId" clId="{AF429FDD-0853-4BE1-A8CF-6B208FEEFB46}" dt="2023-04-04T22:34:41.025" v="12785" actId="164"/>
          <ac:cxnSpMkLst>
            <pc:docMk/>
            <pc:sldMk cId="46124651" sldId="477"/>
            <ac:cxnSpMk id="22" creationId="{4FF876F2-37C2-CF4E-F20C-89377EC3CC3E}"/>
          </ac:cxnSpMkLst>
        </pc:cxnChg>
      </pc:sldChg>
      <pc:sldChg chg="addSp modSp new mod modNotesTx">
        <pc:chgData name="Judson Santiago" userId="ebb108da2f256286" providerId="LiveId" clId="{AF429FDD-0853-4BE1-A8CF-6B208FEEFB46}" dt="2023-04-04T22:59:10.377" v="13341" actId="6549"/>
        <pc:sldMkLst>
          <pc:docMk/>
          <pc:sldMk cId="1114270400" sldId="478"/>
        </pc:sldMkLst>
        <pc:spChg chg="mod">
          <ac:chgData name="Judson Santiago" userId="ebb108da2f256286" providerId="LiveId" clId="{AF429FDD-0853-4BE1-A8CF-6B208FEEFB46}" dt="2023-04-04T22:36:48.938" v="12815" actId="20577"/>
          <ac:spMkLst>
            <pc:docMk/>
            <pc:sldMk cId="1114270400" sldId="478"/>
            <ac:spMk id="2" creationId="{A1325371-2D79-C7A7-3F3D-11805938EE34}"/>
          </ac:spMkLst>
        </pc:spChg>
        <pc:spChg chg="mod">
          <ac:chgData name="Judson Santiago" userId="ebb108da2f256286" providerId="LiveId" clId="{AF429FDD-0853-4BE1-A8CF-6B208FEEFB46}" dt="2023-04-04T22:52:04.661" v="13151" actId="20577"/>
          <ac:spMkLst>
            <pc:docMk/>
            <pc:sldMk cId="1114270400" sldId="478"/>
            <ac:spMk id="3" creationId="{214BF136-A1B2-9D51-BD0C-37D86E54D256}"/>
          </ac:spMkLst>
        </pc:spChg>
        <pc:spChg chg="add mod">
          <ac:chgData name="Judson Santiago" userId="ebb108da2f256286" providerId="LiveId" clId="{AF429FDD-0853-4BE1-A8CF-6B208FEEFB46}" dt="2023-04-04T22:47:54.861" v="13106" actId="207"/>
          <ac:spMkLst>
            <pc:docMk/>
            <pc:sldMk cId="1114270400" sldId="478"/>
            <ac:spMk id="4" creationId="{5E37FBEC-4522-511C-8124-DD6F75614364}"/>
          </ac:spMkLst>
        </pc:spChg>
        <pc:spChg chg="add mod">
          <ac:chgData name="Judson Santiago" userId="ebb108da2f256286" providerId="LiveId" clId="{AF429FDD-0853-4BE1-A8CF-6B208FEEFB46}" dt="2023-04-04T22:57:22.884" v="13208" actId="20577"/>
          <ac:spMkLst>
            <pc:docMk/>
            <pc:sldMk cId="1114270400" sldId="478"/>
            <ac:spMk id="6" creationId="{38541124-8781-6917-68F8-58AB5795DBE9}"/>
          </ac:spMkLst>
        </pc:spChg>
        <pc:picChg chg="add mod">
          <ac:chgData name="Judson Santiago" userId="ebb108da2f256286" providerId="LiveId" clId="{AF429FDD-0853-4BE1-A8CF-6B208FEEFB46}" dt="2023-04-04T22:53:57.579" v="13160" actId="1076"/>
          <ac:picMkLst>
            <pc:docMk/>
            <pc:sldMk cId="1114270400" sldId="478"/>
            <ac:picMk id="5" creationId="{FD6F81F5-C613-3752-208B-86619CE4AA06}"/>
          </ac:picMkLst>
        </pc:picChg>
      </pc:sldChg>
      <pc:sldChg chg="addSp delSp modSp new mod">
        <pc:chgData name="Judson Santiago" userId="ebb108da2f256286" providerId="LiveId" clId="{AF429FDD-0853-4BE1-A8CF-6B208FEEFB46}" dt="2023-04-04T23:21:52.365" v="13984" actId="164"/>
        <pc:sldMkLst>
          <pc:docMk/>
          <pc:sldMk cId="2135111640" sldId="479"/>
        </pc:sldMkLst>
        <pc:spChg chg="mod">
          <ac:chgData name="Judson Santiago" userId="ebb108da2f256286" providerId="LiveId" clId="{AF429FDD-0853-4BE1-A8CF-6B208FEEFB46}" dt="2023-04-04T22:57:31.135" v="13210"/>
          <ac:spMkLst>
            <pc:docMk/>
            <pc:sldMk cId="2135111640" sldId="479"/>
            <ac:spMk id="2" creationId="{A0BCD6B5-DACF-FBCB-BAF1-7F068E713F36}"/>
          </ac:spMkLst>
        </pc:spChg>
        <pc:spChg chg="mod">
          <ac:chgData name="Judson Santiago" userId="ebb108da2f256286" providerId="LiveId" clId="{AF429FDD-0853-4BE1-A8CF-6B208FEEFB46}" dt="2023-04-04T23:03:47.794" v="13614" actId="207"/>
          <ac:spMkLst>
            <pc:docMk/>
            <pc:sldMk cId="2135111640" sldId="479"/>
            <ac:spMk id="3" creationId="{A7F965E1-BBC2-AAE8-FD85-1CB645BE4C19}"/>
          </ac:spMkLst>
        </pc:spChg>
        <pc:spChg chg="add mod topLvl">
          <ac:chgData name="Judson Santiago" userId="ebb108da2f256286" providerId="LiveId" clId="{AF429FDD-0853-4BE1-A8CF-6B208FEEFB46}" dt="2023-04-04T23:21:46.907" v="13983" actId="164"/>
          <ac:spMkLst>
            <pc:docMk/>
            <pc:sldMk cId="2135111640" sldId="479"/>
            <ac:spMk id="4" creationId="{6E2CCFF8-B425-67EB-FE0C-684ED023C59A}"/>
          </ac:spMkLst>
        </pc:spChg>
        <pc:spChg chg="add mod ord topLvl">
          <ac:chgData name="Judson Santiago" userId="ebb108da2f256286" providerId="LiveId" clId="{AF429FDD-0853-4BE1-A8CF-6B208FEEFB46}" dt="2023-04-04T23:21:46.907" v="13983" actId="164"/>
          <ac:spMkLst>
            <pc:docMk/>
            <pc:sldMk cId="2135111640" sldId="479"/>
            <ac:spMk id="5" creationId="{8C631177-69D8-529A-67C7-2D6065CF6D83}"/>
          </ac:spMkLst>
        </pc:spChg>
        <pc:spChg chg="add mod">
          <ac:chgData name="Judson Santiago" userId="ebb108da2f256286" providerId="LiveId" clId="{AF429FDD-0853-4BE1-A8CF-6B208FEEFB46}" dt="2023-04-04T23:20:44.543" v="13959" actId="14100"/>
          <ac:spMkLst>
            <pc:docMk/>
            <pc:sldMk cId="2135111640" sldId="479"/>
            <ac:spMk id="6" creationId="{232A95A6-96D1-F28F-BB55-C7B74FB654BB}"/>
          </ac:spMkLst>
        </pc:spChg>
        <pc:spChg chg="add mod ord topLvl">
          <ac:chgData name="Judson Santiago" userId="ebb108da2f256286" providerId="LiveId" clId="{AF429FDD-0853-4BE1-A8CF-6B208FEEFB46}" dt="2023-04-04T23:21:46.907" v="13983" actId="164"/>
          <ac:spMkLst>
            <pc:docMk/>
            <pc:sldMk cId="2135111640" sldId="479"/>
            <ac:spMk id="11" creationId="{9E1B93A6-74CA-B133-E70C-24A53FA1441E}"/>
          </ac:spMkLst>
        </pc:spChg>
        <pc:grpChg chg="add del mod">
          <ac:chgData name="Judson Santiago" userId="ebb108da2f256286" providerId="LiveId" clId="{AF429FDD-0853-4BE1-A8CF-6B208FEEFB46}" dt="2023-04-04T23:09:01.499" v="13644" actId="165"/>
          <ac:grpSpMkLst>
            <pc:docMk/>
            <pc:sldMk cId="2135111640" sldId="479"/>
            <ac:grpSpMk id="10" creationId="{98572231-10D4-A9DB-748F-00F1E440B61E}"/>
          </ac:grpSpMkLst>
        </pc:grpChg>
        <pc:grpChg chg="add del mod">
          <ac:chgData name="Judson Santiago" userId="ebb108da2f256286" providerId="LiveId" clId="{AF429FDD-0853-4BE1-A8CF-6B208FEEFB46}" dt="2023-04-04T23:21:07.836" v="13960" actId="165"/>
          <ac:grpSpMkLst>
            <pc:docMk/>
            <pc:sldMk cId="2135111640" sldId="479"/>
            <ac:grpSpMk id="12" creationId="{F9250734-51C2-0049-45D1-5B8772C61A8C}"/>
          </ac:grpSpMkLst>
        </pc:grpChg>
        <pc:grpChg chg="add mod">
          <ac:chgData name="Judson Santiago" userId="ebb108da2f256286" providerId="LiveId" clId="{AF429FDD-0853-4BE1-A8CF-6B208FEEFB46}" dt="2023-04-04T23:21:52.365" v="13984" actId="164"/>
          <ac:grpSpMkLst>
            <pc:docMk/>
            <pc:sldMk cId="2135111640" sldId="479"/>
            <ac:grpSpMk id="13" creationId="{0245A9D9-68CF-F793-C743-AC5CF3D1BA6A}"/>
          </ac:grpSpMkLst>
        </pc:grpChg>
        <pc:grpChg chg="add mod">
          <ac:chgData name="Judson Santiago" userId="ebb108da2f256286" providerId="LiveId" clId="{AF429FDD-0853-4BE1-A8CF-6B208FEEFB46}" dt="2023-04-04T23:21:52.365" v="13984" actId="164"/>
          <ac:grpSpMkLst>
            <pc:docMk/>
            <pc:sldMk cId="2135111640" sldId="479"/>
            <ac:grpSpMk id="16" creationId="{DFF969FA-ED08-2D3A-5EE1-CA9B7B032CF6}"/>
          </ac:grpSpMkLst>
        </pc:grpChg>
        <pc:grpChg chg="add mod">
          <ac:chgData name="Judson Santiago" userId="ebb108da2f256286" providerId="LiveId" clId="{AF429FDD-0853-4BE1-A8CF-6B208FEEFB46}" dt="2023-04-04T23:21:52.365" v="13984" actId="164"/>
          <ac:grpSpMkLst>
            <pc:docMk/>
            <pc:sldMk cId="2135111640" sldId="479"/>
            <ac:grpSpMk id="17" creationId="{4AFB7B08-E2AE-7AE3-0B89-A23395E320AB}"/>
          </ac:grpSpMkLst>
        </pc:grpChg>
        <pc:picChg chg="add mod">
          <ac:chgData name="Judson Santiago" userId="ebb108da2f256286" providerId="LiveId" clId="{AF429FDD-0853-4BE1-A8CF-6B208FEEFB46}" dt="2023-04-04T23:20:29.998" v="13955" actId="1037"/>
          <ac:picMkLst>
            <pc:docMk/>
            <pc:sldMk cId="2135111640" sldId="479"/>
            <ac:picMk id="7" creationId="{DDA04716-300F-7935-1940-75CA2E5AB241}"/>
          </ac:picMkLst>
        </pc:picChg>
        <pc:picChg chg="add mod">
          <ac:chgData name="Judson Santiago" userId="ebb108da2f256286" providerId="LiveId" clId="{AF429FDD-0853-4BE1-A8CF-6B208FEEFB46}" dt="2023-04-04T23:20:29.998" v="13955" actId="1037"/>
          <ac:picMkLst>
            <pc:docMk/>
            <pc:sldMk cId="2135111640" sldId="479"/>
            <ac:picMk id="8" creationId="{C5D3FA0E-8A32-4B00-AF9A-0AB08BCCA979}"/>
          </ac:picMkLst>
        </pc:picChg>
        <pc:picChg chg="add mod">
          <ac:chgData name="Judson Santiago" userId="ebb108da2f256286" providerId="LiveId" clId="{AF429FDD-0853-4BE1-A8CF-6B208FEEFB46}" dt="2023-04-04T23:20:29.998" v="13955" actId="1037"/>
          <ac:picMkLst>
            <pc:docMk/>
            <pc:sldMk cId="2135111640" sldId="479"/>
            <ac:picMk id="9" creationId="{52F9E3E8-83B9-A411-14E7-D8DEF4AA464E}"/>
          </ac:picMkLst>
        </pc:picChg>
        <pc:cxnChg chg="add mod">
          <ac:chgData name="Judson Santiago" userId="ebb108da2f256286" providerId="LiveId" clId="{AF429FDD-0853-4BE1-A8CF-6B208FEEFB46}" dt="2023-04-04T23:21:52.365" v="13984" actId="164"/>
          <ac:cxnSpMkLst>
            <pc:docMk/>
            <pc:sldMk cId="2135111640" sldId="479"/>
            <ac:cxnSpMk id="14" creationId="{0D6328D0-57E3-E619-6C9A-2133E65D6ACB}"/>
          </ac:cxnSpMkLst>
        </pc:cxnChg>
      </pc:sldChg>
      <pc:sldMasterChg chg="delSp mod">
        <pc:chgData name="Judson Santiago" userId="ebb108da2f256286" providerId="LiveId" clId="{AF429FDD-0853-4BE1-A8CF-6B208FEEFB46}" dt="2023-04-07T22:00:14.217" v="14541" actId="478"/>
        <pc:sldMasterMkLst>
          <pc:docMk/>
          <pc:sldMasterMk cId="2203841173" sldId="2147483736"/>
        </pc:sldMasterMkLst>
        <pc:grpChg chg="del">
          <ac:chgData name="Judson Santiago" userId="ebb108da2f256286" providerId="LiveId" clId="{AF429FDD-0853-4BE1-A8CF-6B208FEEFB46}" dt="2023-04-07T22:00:14.217" v="14541" actId="478"/>
          <ac:grpSpMkLst>
            <pc:docMk/>
            <pc:sldMasterMk cId="2203841173" sldId="2147483736"/>
            <ac:grpSpMk id="20" creationId="{11308F01-8E74-BBBF-ACC2-54E338FECDFA}"/>
          </ac:grpSpMkLst>
        </pc:grpChg>
      </pc:sldMasterChg>
    </pc:docChg>
  </pc:docChgLst>
  <pc:docChgLst>
    <pc:chgData name="Judson Santiago" userId="ebb108da2f256286" providerId="LiveId" clId="{185D31F8-553D-F444-94A6-904004ED25FD}"/>
    <pc:docChg chg="modSld">
      <pc:chgData name="Judson Santiago" userId="ebb108da2f256286" providerId="LiveId" clId="{185D31F8-553D-F444-94A6-904004ED25FD}" dt="2023-04-01T17:24:51.223" v="5" actId="20577"/>
      <pc:docMkLst>
        <pc:docMk/>
      </pc:docMkLst>
      <pc:sldChg chg="modSp mod">
        <pc:chgData name="Judson Santiago" userId="ebb108da2f256286" providerId="LiveId" clId="{185D31F8-553D-F444-94A6-904004ED25FD}" dt="2023-04-01T17:24:51.223" v="5" actId="20577"/>
        <pc:sldMkLst>
          <pc:docMk/>
          <pc:sldMk cId="765175575" sldId="348"/>
        </pc:sldMkLst>
        <pc:spChg chg="mod">
          <ac:chgData name="Judson Santiago" userId="ebb108da2f256286" providerId="LiveId" clId="{185D31F8-553D-F444-94A6-904004ED25FD}" dt="2023-04-01T17:24:51.223" v="5" actId="20577"/>
          <ac:spMkLst>
            <pc:docMk/>
            <pc:sldMk cId="765175575" sldId="348"/>
            <ac:spMk id="2" creationId="{1B5E5EE7-FE4A-4A47-864C-DEC085BDD96C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457FC9-8E1D-4A40-BFF1-0E630693B1AB}" type="datetimeFigureOut">
              <a:rPr lang="pt-BR" smtClean="0"/>
              <a:pPr/>
              <a:t>04/11/2025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do texto mestre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334A8D-C5BE-432D-90D0-92D67DD437AB}" type="slidenum">
              <a:rPr lang="pt-BR" smtClean="0"/>
              <a:pPr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8152945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Vamos ver como C++ lida com as conversões para, e a partir de, tipos definidos pelo programador, ou seja, tipos definidos por classes.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1339411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sobrecarga de operadores e as funções amigas permitem que as classes se comportem como um tipo primitivo.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12079398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269025962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O construtor funciona como um gerador de objetos. Ele cria objetos a partir do tipos nos seus argumentos. Se o argumento é só um tipo, isso vira uma conversão entre aquele tipo e o objeto.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6748271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Elas podem levar a conversões inesperadas.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67817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diferença é que na inicialização o construtor é chamado uma vez em cada inicialização, enquanto que nas atribuições o construtor padrão vai ser chamado uma vez na declaração e depois os respectivos construtores para as conversões nas atribuições.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5430360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 diferença é que na inicialização o construtor é chamado uma vez em cada inicialização, enquanto que nas atribuições o construtor padrão vai ser chamado uma vez na declaração e depois os respectivos construtores para as conversões nas atribuições.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9334150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E daí veem algumas situações em que a </a:t>
            </a:r>
            <a:r>
              <a:rPr lang="pt-BR"/>
              <a:t>conversão implícita </a:t>
            </a:r>
            <a:r>
              <a:rPr lang="pt-BR" dirty="0"/>
              <a:t>pode não ser desejada.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74489440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 implementarmos uma função de conversão de Tempo para double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06566686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Se o operador&lt;&lt; não for implementado, teremos um erro, pois não há indicação explícita se </a:t>
            </a:r>
            <a:r>
              <a:rPr lang="pt-BR" b="1" dirty="0"/>
              <a:t>Tempo</a:t>
            </a:r>
            <a:r>
              <a:rPr lang="pt-BR" dirty="0"/>
              <a:t> deve ser convertido em </a:t>
            </a:r>
            <a:r>
              <a:rPr lang="pt-BR" b="1" dirty="0" err="1"/>
              <a:t>double</a:t>
            </a:r>
            <a:r>
              <a:rPr lang="pt-BR" dirty="0"/>
              <a:t> ou </a:t>
            </a:r>
            <a:r>
              <a:rPr lang="pt-BR" b="1" dirty="0"/>
              <a:t>int</a:t>
            </a:r>
            <a:r>
              <a:rPr lang="pt-BR" dirty="0"/>
              <a:t> e </a:t>
            </a:r>
            <a:r>
              <a:rPr lang="pt-BR" dirty="0" err="1"/>
              <a:t>cout</a:t>
            </a:r>
            <a:r>
              <a:rPr lang="pt-BR" dirty="0"/>
              <a:t> aceita ambos. </a:t>
            </a:r>
            <a:br>
              <a:rPr lang="pt-BR" dirty="0"/>
            </a:br>
            <a:r>
              <a:rPr lang="pt-BR" dirty="0"/>
              <a:t>Se eliminarmos a conversão para </a:t>
            </a:r>
            <a:r>
              <a:rPr lang="pt-BR" b="1" dirty="0"/>
              <a:t>int</a:t>
            </a:r>
            <a:r>
              <a:rPr lang="pt-BR" dirty="0"/>
              <a:t> o programa volta a funcionar. O segundo </a:t>
            </a:r>
            <a:r>
              <a:rPr lang="pt-BR" dirty="0" err="1"/>
              <a:t>cout</a:t>
            </a:r>
            <a:r>
              <a:rPr lang="pt-BR" dirty="0"/>
              <a:t> vai provocar uma conversão </a:t>
            </a:r>
            <a:r>
              <a:rPr lang="pt-BR" b="1" dirty="0"/>
              <a:t>Tempo</a:t>
            </a:r>
            <a:r>
              <a:rPr lang="pt-BR" dirty="0"/>
              <a:t> &gt; </a:t>
            </a:r>
            <a:r>
              <a:rPr lang="pt-BR" b="1" dirty="0" err="1"/>
              <a:t>double</a:t>
            </a:r>
            <a:r>
              <a:rPr lang="pt-BR" dirty="0"/>
              <a:t> &gt; </a:t>
            </a:r>
            <a:r>
              <a:rPr lang="pt-BR" b="1" dirty="0"/>
              <a:t>int</a:t>
            </a:r>
            <a:r>
              <a:rPr lang="pt-BR" dirty="0"/>
              <a:t>. 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19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369759212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/>
              <a:t>Assim como com construtores, as conversões implícitas com funções de conversão podem ser problemáticas.</a:t>
            </a:r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54162581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334A8D-C5BE-432D-90D0-92D67DD437AB}" type="slidenum">
              <a:rPr lang="pt-BR" smtClean="0"/>
              <a:pPr/>
              <a:t>22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xmlns="" val="133076887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Slide de título"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40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tângulo 9">
            <a:extLst>
              <a:ext uri="{FF2B5EF4-FFF2-40B4-BE49-F238E27FC236}">
                <a16:creationId xmlns:a16="http://schemas.microsoft.com/office/drawing/2014/main" xmlns="" id="{67D388C9-C7C1-894F-9A81-24402E22B4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14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F91EF6AA-B59B-45ED-AE25-30BF20D6ECDF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sp>
        <p:nvSpPr>
          <p:cNvPr id="8" name="Título 7"/>
          <p:cNvSpPr>
            <a:spLocks noGrp="1"/>
          </p:cNvSpPr>
          <p:nvPr>
            <p:ph type="ctrTitle" hasCustomPrompt="1"/>
          </p:nvPr>
        </p:nvSpPr>
        <p:spPr>
          <a:xfrm>
            <a:off x="1219200" y="2462008"/>
            <a:ext cx="10363200" cy="1975104"/>
          </a:xfrm>
        </p:spPr>
        <p:txBody>
          <a:bodyPr/>
          <a:lstStyle>
            <a:lvl1pPr marR="9144" algn="l">
              <a:defRPr sz="8000" b="1" cap="all" spc="0" baseline="0">
                <a:solidFill>
                  <a:schemeClr val="accent3">
                    <a:lumMod val="75000"/>
                  </a:schemeClr>
                </a:solidFill>
                <a:effectLst>
                  <a:reflection blurRad="12700" stA="34000" endA="740" endPos="53000" dir="5400000" sy="-100000" algn="bl" rotWithShape="0"/>
                </a:effectLst>
              </a:defRPr>
            </a:lvl1pPr>
            <a:extLst/>
          </a:lstStyle>
          <a:p>
            <a:r>
              <a:rPr kumimoji="0" lang="pt-BR"/>
              <a:t>título mestre</a:t>
            </a:r>
            <a:endParaRPr kumimoji="0" lang="en-US"/>
          </a:p>
        </p:txBody>
      </p:sp>
      <p:sp>
        <p:nvSpPr>
          <p:cNvPr id="9" name="Subtítulo 8"/>
          <p:cNvSpPr>
            <a:spLocks noGrp="1"/>
          </p:cNvSpPr>
          <p:nvPr>
            <p:ph type="subTitle" idx="1"/>
          </p:nvPr>
        </p:nvSpPr>
        <p:spPr>
          <a:xfrm>
            <a:off x="1219200" y="953248"/>
            <a:ext cx="10363200" cy="1508760"/>
          </a:xfrm>
        </p:spPr>
        <p:txBody>
          <a:bodyPr lIns="100584" t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5600">
                <a:solidFill>
                  <a:schemeClr val="tx1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pt-BR"/>
              <a:t>Clique para editar o estilo do subtítulo Mestre</a:t>
            </a:r>
            <a:endParaRPr kumimoji="0" lang="en-US" dirty="0"/>
          </a:p>
        </p:txBody>
      </p:sp>
      <p:cxnSp>
        <p:nvCxnSpPr>
          <p:cNvPr id="36" name="Conector reto 35">
            <a:extLst>
              <a:ext uri="{FF2B5EF4-FFF2-40B4-BE49-F238E27FC236}">
                <a16:creationId xmlns:a16="http://schemas.microsoft.com/office/drawing/2014/main" xmlns="" id="{3AAA65D9-AA2F-4799-86FB-8C676F7B1A25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2" name="Retângulo 1">
            <a:extLst>
              <a:ext uri="{FF2B5EF4-FFF2-40B4-BE49-F238E27FC236}">
                <a16:creationId xmlns:a16="http://schemas.microsoft.com/office/drawing/2014/main" xmlns="" id="{50A4E050-9E74-6A82-5AAE-6DF6461D709A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pic>
        <p:nvPicPr>
          <p:cNvPr id="3" name="Picture 3" descr="Rede de tecnologia iluminada em uma tela de fundo escura">
            <a:extLst>
              <a:ext uri="{FF2B5EF4-FFF2-40B4-BE49-F238E27FC236}">
                <a16:creationId xmlns:a16="http://schemas.microsoft.com/office/drawing/2014/main" xmlns="" id="{67713CBA-7FBA-59E9-131E-15AF7F84E42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 amt="30000"/>
            <a:duotone>
              <a:prstClr val="black"/>
              <a:schemeClr val="accent3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 xmlns="">
                  <a14:imgLayer r:embed="rId3">
                    <a14:imgEffect>
                      <a14:brightnessContrast bright="20000" contrast="40000"/>
                    </a14:imgEffect>
                  </a14:imgLayer>
                </a14:imgProps>
              </a:ext>
            </a:extLst>
          </a:blip>
          <a:srcRect t="22329"/>
          <a:stretch/>
        </p:blipFill>
        <p:spPr>
          <a:xfrm flipH="1" flipV="1">
            <a:off x="487680" y="-3545"/>
            <a:ext cx="11704320" cy="6858000"/>
          </a:xfrm>
          <a:prstGeom prst="rect">
            <a:avLst/>
          </a:prstGeom>
        </p:spPr>
      </p:pic>
      <p:cxnSp>
        <p:nvCxnSpPr>
          <p:cNvPr id="4" name="Conector reto 3">
            <a:extLst>
              <a:ext uri="{FF2B5EF4-FFF2-40B4-BE49-F238E27FC236}">
                <a16:creationId xmlns:a16="http://schemas.microsoft.com/office/drawing/2014/main" xmlns="" id="{443A9957-DFDC-70F1-62E4-2CB06C622ED0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898253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pt-BR"/>
              <a:t>Clique para editar o título Mestre</a:t>
            </a:r>
            <a:endParaRPr kumimoji="0" lang="en-US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eaLnBrk="1" latinLnBrk="0" hangingPunct="1"/>
            <a:r>
              <a:rPr lang="pt-BR"/>
              <a:t>Clique para editar os estilos de texto Mestres</a:t>
            </a:r>
          </a:p>
          <a:p>
            <a:pPr lvl="1" eaLnBrk="1" latinLnBrk="0" hangingPunct="1"/>
            <a:r>
              <a:rPr lang="pt-BR"/>
              <a:t>Segundo nível</a:t>
            </a:r>
          </a:p>
          <a:p>
            <a:pPr lvl="2" eaLnBrk="1" latinLnBrk="0" hangingPunct="1"/>
            <a:r>
              <a:rPr lang="pt-BR"/>
              <a:t>Terceiro nível</a:t>
            </a:r>
          </a:p>
          <a:p>
            <a:pPr lvl="3" eaLnBrk="1" latinLnBrk="0" hangingPunct="1"/>
            <a:r>
              <a:rPr lang="pt-BR"/>
              <a:t>Quarto nível</a:t>
            </a:r>
          </a:p>
          <a:p>
            <a:pPr lvl="4" eaLnBrk="1" latinLnBrk="0" hangingPunct="1"/>
            <a:r>
              <a:rPr lang="pt-BR"/>
              <a:t>Quinto nível</a:t>
            </a:r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xmlns="" val="812633965"/>
      </p:ext>
    </p:extLst>
  </p:cSld>
  <p:clrMapOvr>
    <a:masterClrMapping/>
  </p:clrMapOvr>
  <p:transition spd="slow">
    <p:cover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xmlns="" val="3250692134"/>
      </p:ext>
    </p:extLst>
  </p:cSld>
  <p:clrMapOvr>
    <a:masterClrMapping/>
  </p:clrMapOvr>
  <p:transition spd="slow">
    <p:cover/>
  </p:transition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bg1">
                <a:lumMod val="85000"/>
                <a:lumOff val="15000"/>
              </a:schemeClr>
            </a:gs>
          </a:gsLst>
          <a:lin ang="54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Espaço Reservado para Título 21"/>
          <p:cNvSpPr>
            <a:spLocks noGrp="1"/>
          </p:cNvSpPr>
          <p:nvPr>
            <p:ph type="title"/>
          </p:nvPr>
        </p:nvSpPr>
        <p:spPr>
          <a:xfrm>
            <a:off x="1219200" y="512064"/>
            <a:ext cx="8693224" cy="914400"/>
          </a:xfrm>
          <a:prstGeom prst="rect">
            <a:avLst/>
          </a:prstGeom>
        </p:spPr>
        <p:txBody>
          <a:bodyPr vert="horz" anchor="t">
            <a:noAutofit/>
          </a:bodyPr>
          <a:lstStyle/>
          <a:p>
            <a:r>
              <a:rPr kumimoji="0" lang="pt-BR"/>
              <a:t>Clique para editar o estilo do título mestre</a:t>
            </a:r>
            <a:endParaRPr kumimoji="0" lang="en-US"/>
          </a:p>
        </p:txBody>
      </p:sp>
      <p:sp>
        <p:nvSpPr>
          <p:cNvPr id="13" name="Espaço Reservado para Texto 12"/>
          <p:cNvSpPr>
            <a:spLocks noGrp="1"/>
          </p:cNvSpPr>
          <p:nvPr>
            <p:ph type="body" idx="1"/>
          </p:nvPr>
        </p:nvSpPr>
        <p:spPr>
          <a:xfrm>
            <a:off x="1219200" y="1783560"/>
            <a:ext cx="10363200" cy="4572000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pt-BR"/>
              <a:t>Clique para editar os estilos do texto mestre</a:t>
            </a:r>
          </a:p>
          <a:p>
            <a:pPr lvl="1" eaLnBrk="1" latinLnBrk="0" hangingPunct="1"/>
            <a:r>
              <a:rPr kumimoji="0" lang="pt-BR"/>
              <a:t>Segundo nível</a:t>
            </a:r>
          </a:p>
          <a:p>
            <a:pPr lvl="2" eaLnBrk="1" latinLnBrk="0" hangingPunct="1"/>
            <a:r>
              <a:rPr kumimoji="0" lang="pt-BR"/>
              <a:t>Terceiro nível</a:t>
            </a:r>
          </a:p>
          <a:p>
            <a:pPr lvl="3" eaLnBrk="1" latinLnBrk="0" hangingPunct="1"/>
            <a:r>
              <a:rPr kumimoji="0" lang="pt-BR"/>
              <a:t>Quarto nível</a:t>
            </a:r>
          </a:p>
          <a:p>
            <a:pPr lvl="4" eaLnBrk="1" latinLnBrk="0" hangingPunct="1"/>
            <a:r>
              <a:rPr kumimoji="0" lang="pt-BR"/>
              <a:t>Quinto nível</a:t>
            </a:r>
            <a:endParaRPr kumimoji="0" lang="en-US"/>
          </a:p>
        </p:txBody>
      </p:sp>
      <p:sp>
        <p:nvSpPr>
          <p:cNvPr id="15" name="Retângulo 14">
            <a:extLst>
              <a:ext uri="{FF2B5EF4-FFF2-40B4-BE49-F238E27FC236}">
                <a16:creationId xmlns:a16="http://schemas.microsoft.com/office/drawing/2014/main" xmlns="" id="{B53DC915-77D7-4EDF-9B3F-19B210871055}"/>
              </a:ext>
            </a:extLst>
          </p:cNvPr>
          <p:cNvSpPr/>
          <p:nvPr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xmlns="" id="{E41FB2FF-7F9A-4BA1-AA40-8F04AF1B59F9}"/>
              </a:ext>
            </a:extLst>
          </p:cNvPr>
          <p:cNvCxnSpPr>
            <a:cxnSpLocks/>
          </p:cNvCxnSpPr>
          <p:nvPr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" name="Retângulo 3">
            <a:extLst>
              <a:ext uri="{FF2B5EF4-FFF2-40B4-BE49-F238E27FC236}">
                <a16:creationId xmlns:a16="http://schemas.microsoft.com/office/drawing/2014/main" xmlns="" id="{F8582E68-8BBC-908C-6743-305D7C4B76F1}"/>
              </a:ext>
            </a:extLst>
          </p:cNvPr>
          <p:cNvSpPr/>
          <p:nvPr userDrawn="1"/>
        </p:nvSpPr>
        <p:spPr>
          <a:xfrm>
            <a:off x="0" y="-1"/>
            <a:ext cx="487680" cy="6854456"/>
          </a:xfrm>
          <a:prstGeom prst="rect">
            <a:avLst/>
          </a:prstGeom>
          <a:solidFill>
            <a:schemeClr val="bg1">
              <a:lumMod val="95000"/>
              <a:lumOff val="5000"/>
            </a:schemeClr>
          </a:solidFill>
          <a:ln w="50800" cap="rnd" cmpd="dbl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 sz="1800"/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xmlns="" id="{B739AB20-EED1-3FB4-0435-478BDE21113D}"/>
              </a:ext>
            </a:extLst>
          </p:cNvPr>
          <p:cNvCxnSpPr>
            <a:cxnSpLocks/>
          </p:cNvCxnSpPr>
          <p:nvPr userDrawn="1"/>
        </p:nvCxnSpPr>
        <p:spPr>
          <a:xfrm>
            <a:off x="18000" y="-3545"/>
            <a:ext cx="0" cy="6861545"/>
          </a:xfrm>
          <a:prstGeom prst="line">
            <a:avLst/>
          </a:prstGeom>
          <a:ln w="38100">
            <a:solidFill>
              <a:schemeClr val="accent3">
                <a:lumMod val="50000"/>
              </a:schemeClr>
            </a:solidFill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20384117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7" r:id="rId1"/>
    <p:sldLayoutId id="2147483738" r:id="rId2"/>
    <p:sldLayoutId id="2147483741" r:id="rId3"/>
  </p:sldLayoutIdLst>
  <p:txStyles>
    <p:titleStyle>
      <a:lvl1pPr algn="l" rtl="0" eaLnBrk="1" latinLnBrk="0" hangingPunct="1">
        <a:spcBef>
          <a:spcPct val="0"/>
        </a:spcBef>
        <a:buNone/>
        <a:defRPr kumimoji="0" sz="4000" kern="1200" spc="-100" baseline="0">
          <a:solidFill>
            <a:schemeClr val="tx2">
              <a:satMod val="200000"/>
            </a:schemeClr>
          </a:solidFill>
          <a:latin typeface="+mj-lt"/>
          <a:ea typeface="+mj-ea"/>
          <a:cs typeface="+mj-cs"/>
        </a:defRPr>
      </a:lvl1pPr>
      <a:extLst/>
    </p:titleStyle>
    <p:bodyStyle>
      <a:lvl1pPr marL="411480" indent="-342900" algn="l" rtl="0" eaLnBrk="1" latinLnBrk="0" hangingPunct="1">
        <a:spcBef>
          <a:spcPts val="700"/>
        </a:spcBef>
        <a:buClr>
          <a:schemeClr val="tx2"/>
        </a:buClr>
        <a:buSzPct val="95000"/>
        <a:buFont typeface="Wingdings"/>
        <a:buChar char=""/>
        <a:defRPr kumimoji="0" sz="3000" kern="1200">
          <a:solidFill>
            <a:schemeClr val="tx1"/>
          </a:solidFill>
          <a:latin typeface="+mn-lt"/>
          <a:ea typeface="+mn-ea"/>
          <a:cs typeface="+mn-cs"/>
        </a:defRPr>
      </a:lvl1pPr>
      <a:lvl2pPr marL="740664" indent="-285750" algn="l" rtl="0" eaLnBrk="1" latinLnBrk="0" hangingPunct="1">
        <a:spcBef>
          <a:spcPct val="20000"/>
        </a:spcBef>
        <a:buClr>
          <a:schemeClr val="accent2"/>
        </a:buClr>
        <a:buSzPct val="90000"/>
        <a:buFont typeface="Wingdings"/>
        <a:buChar char="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2pPr>
      <a:lvl3pPr marL="996696" indent="-228600" algn="l" rtl="0" eaLnBrk="1" latinLnBrk="0" hangingPunct="1">
        <a:spcBef>
          <a:spcPct val="20000"/>
        </a:spcBef>
        <a:buClr>
          <a:schemeClr val="accent2"/>
        </a:buClr>
        <a:buFont typeface="Wingdings 2"/>
        <a:buChar char=""/>
        <a:defRPr kumimoji="0"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261872" indent="-228600" algn="l" rtl="0" eaLnBrk="1" latinLnBrk="0" hangingPunct="1">
        <a:spcBef>
          <a:spcPct val="20000"/>
        </a:spcBef>
        <a:buClr>
          <a:schemeClr val="accent3"/>
        </a:buClr>
        <a:buFont typeface="Wingdings 3"/>
        <a:buChar char=""/>
        <a:defRPr kumimoji="0" sz="2200" kern="1200">
          <a:solidFill>
            <a:schemeClr val="tx1"/>
          </a:solidFill>
          <a:latin typeface="+mn-lt"/>
          <a:ea typeface="+mn-ea"/>
          <a:cs typeface="+mn-cs"/>
        </a:defRPr>
      </a:lvl4pPr>
      <a:lvl5pPr marL="14813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1709928" indent="-210312" algn="l" rtl="0" eaLnBrk="1" latinLnBrk="0" hangingPunct="1">
        <a:spcBef>
          <a:spcPct val="20000"/>
        </a:spcBef>
        <a:buClr>
          <a:schemeClr val="accent3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01952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93976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rtl="0" eaLnBrk="1" latinLnBrk="0" hangingPunct="1">
        <a:spcBef>
          <a:spcPct val="20000"/>
        </a:spcBef>
        <a:buClr>
          <a:schemeClr val="accent4"/>
        </a:buClr>
        <a:buFont typeface="Wingdings 2"/>
        <a:buChar char="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5.png"/><Relationship Id="rId4" Type="http://schemas.openxmlformats.org/officeDocument/2006/relationships/image" Target="../media/image6.sv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4.sv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.svg"/><Relationship Id="rId5" Type="http://schemas.openxmlformats.org/officeDocument/2006/relationships/image" Target="../media/image9.png"/><Relationship Id="rId4" Type="http://schemas.openxmlformats.org/officeDocument/2006/relationships/image" Target="../media/image6.sv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8.svg"/><Relationship Id="rId4" Type="http://schemas.openxmlformats.org/officeDocument/2006/relationships/image" Target="../media/image9.png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B5E5EE7-FE4A-4A47-864C-DEC085BDD9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11264" y="1810975"/>
            <a:ext cx="10363200" cy="3033122"/>
          </a:xfrm>
        </p:spPr>
        <p:txBody>
          <a:bodyPr/>
          <a:lstStyle/>
          <a:p>
            <a:r>
              <a:rPr lang="pt-BR" dirty="0"/>
              <a:t>Conversões de tipo </a:t>
            </a:r>
            <a:br>
              <a:rPr lang="pt-BR" dirty="0"/>
            </a:br>
            <a:r>
              <a:rPr lang="pt-BR" dirty="0"/>
              <a:t>para classes</a:t>
            </a:r>
            <a:endParaRPr lang="pt-BR" sz="6600" cap="none" dirty="0">
              <a:latin typeface="Consolas" panose="020B0609020204030204" pitchFamily="49" charset="0"/>
            </a:endParaRP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xmlns="" id="{2E262B07-020E-442B-B138-1CD8DEEC9C8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19200" y="199447"/>
            <a:ext cx="10363200" cy="1357285"/>
          </a:xfrm>
        </p:spPr>
        <p:txBody>
          <a:bodyPr>
            <a:normAutofit/>
          </a:bodyPr>
          <a:lstStyle/>
          <a:p>
            <a:r>
              <a:rPr lang="pt-BR" dirty="0"/>
              <a:t>Programação Orientada a Objetos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0ED719F9-F6BA-4D0B-92C1-24C8C72CE235}"/>
              </a:ext>
            </a:extLst>
          </p:cNvPr>
          <p:cNvGrpSpPr/>
          <p:nvPr/>
        </p:nvGrpSpPr>
        <p:grpSpPr>
          <a:xfrm>
            <a:off x="1474653" y="4447297"/>
            <a:ext cx="3508697" cy="1446550"/>
            <a:chOff x="1289721" y="4955245"/>
            <a:chExt cx="3508697" cy="1446550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1F7B0E7F-621A-4203-8C73-470D7F5E0EB5}"/>
                </a:ext>
              </a:extLst>
            </p:cNvPr>
            <p:cNvSpPr txBox="1"/>
            <p:nvPr/>
          </p:nvSpPr>
          <p:spPr>
            <a:xfrm>
              <a:off x="2649863" y="4955245"/>
              <a:ext cx="2148555" cy="144655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pt-BR" sz="8800" b="1" dirty="0">
                  <a:solidFill>
                    <a:schemeClr val="accent3">
                      <a:lumMod val="75000"/>
                    </a:schemeClr>
                  </a:solidFill>
                  <a:latin typeface="+mj-lt"/>
                </a:rPr>
                <a:t>C++</a:t>
              </a:r>
            </a:p>
          </p:txBody>
        </p:sp>
        <p:grpSp>
          <p:nvGrpSpPr>
            <p:cNvPr id="6" name="Agrupar 5">
              <a:extLst>
                <a:ext uri="{FF2B5EF4-FFF2-40B4-BE49-F238E27FC236}">
                  <a16:creationId xmlns:a16="http://schemas.microsoft.com/office/drawing/2014/main" xmlns="" id="{EE5A08CD-6B16-4E89-94DC-054967EDA56D}"/>
                </a:ext>
              </a:extLst>
            </p:cNvPr>
            <p:cNvGrpSpPr/>
            <p:nvPr/>
          </p:nvGrpSpPr>
          <p:grpSpPr>
            <a:xfrm rot="610185">
              <a:off x="1289721" y="4961471"/>
              <a:ext cx="1041673" cy="1220489"/>
              <a:chOff x="2225159" y="3511513"/>
              <a:chExt cx="1041673" cy="1220489"/>
            </a:xfrm>
          </p:grpSpPr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xmlns="" id="{253C5D22-6F4A-4EB9-B4EE-F237819FB6CE}"/>
                  </a:ext>
                </a:extLst>
              </p:cNvPr>
              <p:cNvSpPr txBox="1"/>
              <p:nvPr/>
            </p:nvSpPr>
            <p:spPr>
              <a:xfrm rot="20013576">
                <a:off x="2387214" y="3511513"/>
                <a:ext cx="768159" cy="92333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5400" dirty="0">
                    <a:solidFill>
                      <a:schemeClr val="accent3">
                        <a:lumMod val="75000"/>
                      </a:schemeClr>
                    </a:solidFill>
                    <a:latin typeface="Brush Script MT" panose="03060802040406070304" pitchFamily="66" charset="0"/>
                  </a:rPr>
                  <a:t>em</a:t>
                </a:r>
                <a:endParaRPr lang="pt-BR" sz="3600" dirty="0">
                  <a:solidFill>
                    <a:schemeClr val="accent3">
                      <a:lumMod val="75000"/>
                    </a:schemeClr>
                  </a:solidFill>
                  <a:latin typeface="Brush Script MT" panose="03060802040406070304" pitchFamily="66" charset="0"/>
                </a:endParaRPr>
              </a:p>
            </p:txBody>
          </p:sp>
          <p:sp>
            <p:nvSpPr>
              <p:cNvPr id="8" name="Forma Livre: Forma 8">
                <a:extLst>
                  <a:ext uri="{FF2B5EF4-FFF2-40B4-BE49-F238E27FC236}">
                    <a16:creationId xmlns:a16="http://schemas.microsoft.com/office/drawing/2014/main" xmlns="" id="{58632245-4B20-4474-8F1B-8AC505E2AE36}"/>
                  </a:ext>
                </a:extLst>
              </p:cNvPr>
              <p:cNvSpPr/>
              <p:nvPr/>
            </p:nvSpPr>
            <p:spPr>
              <a:xfrm rot="650691">
                <a:off x="2225159" y="4093957"/>
                <a:ext cx="1041673" cy="638045"/>
              </a:xfrm>
              <a:custGeom>
                <a:avLst/>
                <a:gdLst>
                  <a:gd name="connsiteX0" fmla="*/ 0 w 1150241"/>
                  <a:gd name="connsiteY0" fmla="*/ 285491 h 744760"/>
                  <a:gd name="connsiteX1" fmla="*/ 82752 w 1150241"/>
                  <a:gd name="connsiteY1" fmla="*/ 326867 h 744760"/>
                  <a:gd name="connsiteX2" fmla="*/ 289629 w 1150241"/>
                  <a:gd name="connsiteY2" fmla="*/ 575120 h 744760"/>
                  <a:gd name="connsiteX3" fmla="*/ 372381 w 1150241"/>
                  <a:gd name="connsiteY3" fmla="*/ 744760 h 744760"/>
                  <a:gd name="connsiteX4" fmla="*/ 724073 w 1150241"/>
                  <a:gd name="connsiteY4" fmla="*/ 227565 h 744760"/>
                  <a:gd name="connsiteX5" fmla="*/ 993014 w 1150241"/>
                  <a:gd name="connsiteY5" fmla="*/ 53788 h 744760"/>
                  <a:gd name="connsiteX6" fmla="*/ 1150241 w 1150241"/>
                  <a:gd name="connsiteY6" fmla="*/ 0 h 744760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</a:cxnLst>
                <a:rect l="l" t="t" r="r" b="b"/>
                <a:pathLst>
                  <a:path w="1150241" h="744760">
                    <a:moveTo>
                      <a:pt x="0" y="285491"/>
                    </a:moveTo>
                    <a:cubicBezTo>
                      <a:pt x="27584" y="299283"/>
                      <a:pt x="57899" y="308607"/>
                      <a:pt x="82752" y="326867"/>
                    </a:cubicBezTo>
                    <a:cubicBezTo>
                      <a:pt x="190700" y="406175"/>
                      <a:pt x="228974" y="455494"/>
                      <a:pt x="289629" y="575120"/>
                    </a:cubicBezTo>
                    <a:cubicBezTo>
                      <a:pt x="382587" y="758455"/>
                      <a:pt x="304272" y="690274"/>
                      <a:pt x="372381" y="744760"/>
                    </a:cubicBezTo>
                    <a:cubicBezTo>
                      <a:pt x="476228" y="518737"/>
                      <a:pt x="491757" y="454641"/>
                      <a:pt x="724073" y="227565"/>
                    </a:cubicBezTo>
                    <a:cubicBezTo>
                      <a:pt x="800401" y="152959"/>
                      <a:pt x="898863" y="104063"/>
                      <a:pt x="993014" y="53788"/>
                    </a:cubicBezTo>
                    <a:cubicBezTo>
                      <a:pt x="1041875" y="27697"/>
                      <a:pt x="1150241" y="0"/>
                      <a:pt x="1150241" y="0"/>
                    </a:cubicBezTo>
                  </a:path>
                </a:pathLst>
              </a:custGeom>
              <a:noFill/>
              <a:ln w="38100">
                <a:solidFill>
                  <a:schemeClr val="accent3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sz="2000" dirty="0">
                  <a:solidFill>
                    <a:schemeClr val="accent3">
                      <a:lumMod val="75000"/>
                    </a:schemeClr>
                  </a:solidFill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76517557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8630A98-2B22-FD18-825C-770128E08C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95123"/>
            <a:ext cx="10363200" cy="4572000"/>
          </a:xfrm>
        </p:spPr>
        <p:txBody>
          <a:bodyPr/>
          <a:lstStyle/>
          <a:p>
            <a:r>
              <a:rPr lang="pt-BR" dirty="0"/>
              <a:t>Uma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classe</a:t>
            </a:r>
            <a:r>
              <a:rPr lang="pt-BR" dirty="0"/>
              <a:t> define um </a:t>
            </a:r>
            <a:r>
              <a:rPr lang="pt-BR" b="1" dirty="0"/>
              <a:t>novo tipo</a:t>
            </a:r>
            <a:endParaRPr lang="pt-BR" b="1" dirty="0">
              <a:solidFill>
                <a:schemeClr val="accent3">
                  <a:lumMod val="75000"/>
                </a:schemeClr>
              </a:solidFill>
            </a:endParaRPr>
          </a:p>
          <a:p>
            <a:pPr lvl="1"/>
            <a:r>
              <a:rPr lang="pt-BR" dirty="0"/>
              <a:t>Funciona como um </a:t>
            </a:r>
            <a:r>
              <a:rPr lang="pt-BR" dirty="0">
                <a:solidFill>
                  <a:schemeClr val="accent3"/>
                </a:solidFill>
              </a:rPr>
              <a:t>tipo primitivo</a:t>
            </a:r>
          </a:p>
          <a:p>
            <a:pPr lvl="2"/>
            <a:endParaRPr lang="pt-BR" dirty="0">
              <a:solidFill>
                <a:schemeClr val="accent3"/>
              </a:solidFill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8760AE0-670B-8D5E-48A0-F326647CC5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33BFD13E-9F78-FF7F-DA3A-80E44F14E5AF}"/>
              </a:ext>
            </a:extLst>
          </p:cNvPr>
          <p:cNvGrpSpPr/>
          <p:nvPr/>
        </p:nvGrpSpPr>
        <p:grpSpPr>
          <a:xfrm>
            <a:off x="2158182" y="3279264"/>
            <a:ext cx="8364271" cy="2425708"/>
            <a:chOff x="2158182" y="3279264"/>
            <a:chExt cx="8364271" cy="2425708"/>
          </a:xfrm>
        </p:grpSpPr>
        <p:grpSp>
          <p:nvGrpSpPr>
            <p:cNvPr id="22" name="Agrupar 21">
              <a:extLst>
                <a:ext uri="{FF2B5EF4-FFF2-40B4-BE49-F238E27FC236}">
                  <a16:creationId xmlns:a16="http://schemas.microsoft.com/office/drawing/2014/main" xmlns="" id="{CF18A61A-27E9-886B-D07B-41EFAF7BB578}"/>
                </a:ext>
              </a:extLst>
            </p:cNvPr>
            <p:cNvGrpSpPr/>
            <p:nvPr/>
          </p:nvGrpSpPr>
          <p:grpSpPr>
            <a:xfrm>
              <a:off x="2158182" y="3279264"/>
              <a:ext cx="1872207" cy="2350496"/>
              <a:chOff x="1991545" y="3670792"/>
              <a:chExt cx="1872207" cy="2350496"/>
            </a:xfrm>
          </p:grpSpPr>
          <p:sp>
            <p:nvSpPr>
              <p:cNvPr id="23" name="Retângulo: Cantos Superiores Arredondados 7">
                <a:extLst>
                  <a:ext uri="{FF2B5EF4-FFF2-40B4-BE49-F238E27FC236}">
                    <a16:creationId xmlns:a16="http://schemas.microsoft.com/office/drawing/2014/main" xmlns="" id="{D933EA1F-A509-13FB-021A-6257FECC3D91}"/>
                  </a:ext>
                </a:extLst>
              </p:cNvPr>
              <p:cNvSpPr/>
              <p:nvPr/>
            </p:nvSpPr>
            <p:spPr>
              <a:xfrm rot="16200000">
                <a:off x="1779227" y="4347828"/>
                <a:ext cx="792487" cy="359441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lumMod val="50000"/>
                  <a:alpha val="50000"/>
                </a:schemeClr>
              </a:solidFill>
              <a:ln w="285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tIns="0" rtlCol="0" anchor="ctr"/>
              <a:lstStyle/>
              <a:p>
                <a:pPr algn="ctr"/>
                <a:r>
                  <a:rPr lang="pt-BR" sz="1200"/>
                  <a:t>Atributos</a:t>
                </a:r>
                <a:endParaRPr lang="pt-BR" sz="1600"/>
              </a:p>
            </p:txBody>
          </p:sp>
          <p:sp>
            <p:nvSpPr>
              <p:cNvPr id="24" name="Retângulo: Cantos Superiores Arredondados 13">
                <a:extLst>
                  <a:ext uri="{FF2B5EF4-FFF2-40B4-BE49-F238E27FC236}">
                    <a16:creationId xmlns:a16="http://schemas.microsoft.com/office/drawing/2014/main" xmlns="" id="{E8A49187-E190-893D-F67F-9532AC54EBC1}"/>
                  </a:ext>
                </a:extLst>
              </p:cNvPr>
              <p:cNvSpPr/>
              <p:nvPr/>
            </p:nvSpPr>
            <p:spPr>
              <a:xfrm rot="16200000">
                <a:off x="1775022" y="5286134"/>
                <a:ext cx="792487" cy="359441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lumMod val="50000"/>
                  <a:alpha val="50000"/>
                </a:schemeClr>
              </a:solidFill>
              <a:ln w="28575">
                <a:solidFill>
                  <a:schemeClr val="accent6">
                    <a:lumMod val="50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/>
              <a:lstStyle/>
              <a:p>
                <a:pPr algn="ctr"/>
                <a:r>
                  <a:rPr lang="pt-BR" sz="12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Métodos</a:t>
                </a:r>
              </a:p>
            </p:txBody>
          </p:sp>
          <p:grpSp>
            <p:nvGrpSpPr>
              <p:cNvPr id="28" name="Agrupar 27">
                <a:extLst>
                  <a:ext uri="{FF2B5EF4-FFF2-40B4-BE49-F238E27FC236}">
                    <a16:creationId xmlns:a16="http://schemas.microsoft.com/office/drawing/2014/main" xmlns="" id="{72F4F283-4AC1-2193-9ACE-1FF593509613}"/>
                  </a:ext>
                </a:extLst>
              </p:cNvPr>
              <p:cNvGrpSpPr/>
              <p:nvPr/>
            </p:nvGrpSpPr>
            <p:grpSpPr>
              <a:xfrm>
                <a:off x="2350985" y="4005064"/>
                <a:ext cx="1512767" cy="2016224"/>
                <a:chOff x="9210500" y="2991288"/>
                <a:chExt cx="1656184" cy="2086156"/>
              </a:xfrm>
            </p:grpSpPr>
            <p:sp>
              <p:nvSpPr>
                <p:cNvPr id="31" name="Retângulo: Cantos Superiores Arredondados 24">
                  <a:extLst>
                    <a:ext uri="{FF2B5EF4-FFF2-40B4-BE49-F238E27FC236}">
                      <a16:creationId xmlns:a16="http://schemas.microsoft.com/office/drawing/2014/main" xmlns="" id="{46777A43-D92F-AE22-642E-694A74C14B26}"/>
                    </a:ext>
                  </a:extLst>
                </p:cNvPr>
                <p:cNvSpPr/>
                <p:nvPr/>
              </p:nvSpPr>
              <p:spPr>
                <a:xfrm>
                  <a:off x="9210500" y="2991288"/>
                  <a:ext cx="1656184" cy="1043078"/>
                </a:xfrm>
                <a:prstGeom prst="round2SameRect">
                  <a:avLst>
                    <a:gd name="adj1" fmla="val 0"/>
                    <a:gd name="adj2" fmla="val 0"/>
                  </a:avLst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285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wrap="square" lIns="0" tIns="0" rIns="0" bIns="0" rtlCol="0" anchor="ctr" anchorCtr="1"/>
                <a:lstStyle/>
                <a:p>
                  <a:pPr algn="ctr"/>
                  <a:r>
                    <a:rPr lang="pt-BR" sz="1600" dirty="0"/>
                    <a:t>horas</a:t>
                  </a:r>
                </a:p>
                <a:p>
                  <a:pPr algn="ctr"/>
                  <a:r>
                    <a:rPr lang="pt-BR" sz="1600" dirty="0"/>
                    <a:t>minutos</a:t>
                  </a:r>
                  <a:endParaRPr lang="pt-BR" dirty="0"/>
                </a:p>
              </p:txBody>
            </p:sp>
            <p:sp>
              <p:nvSpPr>
                <p:cNvPr id="32" name="Retângulo: Cantos Superiores Arredondados 25">
                  <a:extLst>
                    <a:ext uri="{FF2B5EF4-FFF2-40B4-BE49-F238E27FC236}">
                      <a16:creationId xmlns:a16="http://schemas.microsoft.com/office/drawing/2014/main" xmlns="" id="{9F337B00-3898-B2D7-EA28-C6EFBCB4B827}"/>
                    </a:ext>
                  </a:extLst>
                </p:cNvPr>
                <p:cNvSpPr/>
                <p:nvPr/>
              </p:nvSpPr>
              <p:spPr>
                <a:xfrm>
                  <a:off x="9210500" y="4034366"/>
                  <a:ext cx="1656184" cy="1043078"/>
                </a:xfrm>
                <a:prstGeom prst="round2SameRect">
                  <a:avLst>
                    <a:gd name="adj1" fmla="val 0"/>
                    <a:gd name="adj2" fmla="val 16020"/>
                  </a:avLst>
                </a:prstGeom>
                <a:solidFill>
                  <a:schemeClr val="accent6">
                    <a:lumMod val="75000"/>
                    <a:alpha val="50000"/>
                  </a:schemeClr>
                </a:solidFill>
                <a:ln w="28575">
                  <a:solidFill>
                    <a:schemeClr val="accent6">
                      <a:lumMod val="75000"/>
                    </a:schemeClr>
                  </a:solidFill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lIns="0" tIns="0" rIns="0" bIns="0" rtlCol="0" anchor="ctr" anchorCtr="1"/>
                <a:lstStyle/>
                <a:p>
                  <a:pPr algn="ctr"/>
                  <a:r>
                    <a:rPr lang="pt-BR" sz="1600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operator+ operator&lt;&lt;</a:t>
                  </a:r>
                </a:p>
                <a:p>
                  <a:pPr algn="ctr"/>
                  <a:r>
                    <a:rPr lang="pt-BR" sz="1600" dirty="0">
                      <a:solidFill>
                        <a:schemeClr val="accent6">
                          <a:lumMod val="60000"/>
                          <a:lumOff val="40000"/>
                        </a:schemeClr>
                      </a:solidFill>
                    </a:rPr>
                    <a:t>operator&gt;&gt;</a:t>
                  </a:r>
                </a:p>
              </p:txBody>
            </p:sp>
          </p:grpSp>
          <p:sp>
            <p:nvSpPr>
              <p:cNvPr id="30" name="Retângulo: Cantos Superiores Arredondados 15">
                <a:extLst>
                  <a:ext uri="{FF2B5EF4-FFF2-40B4-BE49-F238E27FC236}">
                    <a16:creationId xmlns:a16="http://schemas.microsoft.com/office/drawing/2014/main" xmlns="" id="{4DA54634-1A82-4664-E360-1D34D18FBE3B}"/>
                  </a:ext>
                </a:extLst>
              </p:cNvPr>
              <p:cNvSpPr/>
              <p:nvPr/>
            </p:nvSpPr>
            <p:spPr>
              <a:xfrm>
                <a:off x="2423593" y="3670792"/>
                <a:ext cx="1367550" cy="335744"/>
              </a:xfrm>
              <a:prstGeom prst="round2SameRect">
                <a:avLst>
                  <a:gd name="adj1" fmla="val 13552"/>
                  <a:gd name="adj2" fmla="val 0"/>
                </a:avLst>
              </a:prstGeom>
              <a:solidFill>
                <a:schemeClr val="accent6">
                  <a:alpha val="50000"/>
                </a:schemeClr>
              </a:solidFill>
              <a:ln w="28575"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t" anchorCtr="1"/>
              <a:lstStyle/>
              <a:p>
                <a:pPr algn="ctr"/>
                <a:r>
                  <a:rPr lang="pt-BR" b="1" cap="small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Tempo</a:t>
                </a:r>
              </a:p>
            </p:txBody>
          </p:sp>
        </p:grpSp>
        <p:grpSp>
          <p:nvGrpSpPr>
            <p:cNvPr id="36" name="Agrupar 35">
              <a:extLst>
                <a:ext uri="{FF2B5EF4-FFF2-40B4-BE49-F238E27FC236}">
                  <a16:creationId xmlns:a16="http://schemas.microsoft.com/office/drawing/2014/main" xmlns="" id="{1CD74696-7610-6947-4D22-D163D4EC7FEA}"/>
                </a:ext>
              </a:extLst>
            </p:cNvPr>
            <p:cNvGrpSpPr/>
            <p:nvPr/>
          </p:nvGrpSpPr>
          <p:grpSpPr>
            <a:xfrm>
              <a:off x="4786873" y="3423461"/>
              <a:ext cx="2874720" cy="2062103"/>
              <a:chOff x="7904346" y="3209651"/>
              <a:chExt cx="2874720" cy="2062103"/>
            </a:xfrm>
          </p:grpSpPr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xmlns="" id="{7D771D56-28C0-4529-45DF-B1A9BD50FF23}"/>
                  </a:ext>
                </a:extLst>
              </p:cNvPr>
              <p:cNvSpPr txBox="1"/>
              <p:nvPr/>
            </p:nvSpPr>
            <p:spPr>
              <a:xfrm>
                <a:off x="7904346" y="3209651"/>
                <a:ext cx="2874720" cy="2062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pt-BR" sz="16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() 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{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pt-BR" sz="16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Tempo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t1 = {</a:t>
                </a:r>
                <a:r>
                  <a:rPr lang="pt-BR" sz="16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2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pt-BR" sz="16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10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};</a:t>
                </a:r>
              </a:p>
              <a:p>
                <a:r>
                  <a:rPr lang="pt-BR" sz="16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Tempo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t2 = {</a:t>
                </a:r>
                <a:r>
                  <a:rPr lang="pt-BR" sz="16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1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pt-BR" sz="16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30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};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/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cout &lt;&lt; t1 + t2;</a:t>
                </a:r>
              </a:p>
              <a:p>
                <a:endParaRPr lang="pt-BR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</a:p>
            </p:txBody>
          </p:sp>
          <p:sp>
            <p:nvSpPr>
              <p:cNvPr id="11" name="Retângulo Arredondado 19">
                <a:extLst>
                  <a:ext uri="{FF2B5EF4-FFF2-40B4-BE49-F238E27FC236}">
                    <a16:creationId xmlns:a16="http://schemas.microsoft.com/office/drawing/2014/main" xmlns="" id="{0BD5CA40-5B6E-4925-910E-F670639E6D35}"/>
                  </a:ext>
                </a:extLst>
              </p:cNvPr>
              <p:cNvSpPr/>
              <p:nvPr/>
            </p:nvSpPr>
            <p:spPr>
              <a:xfrm>
                <a:off x="8248635" y="4447106"/>
                <a:ext cx="1934249" cy="312234"/>
              </a:xfrm>
              <a:prstGeom prst="roundRect">
                <a:avLst>
                  <a:gd name="adj" fmla="val 11816"/>
                </a:avLst>
              </a:prstGeom>
              <a:noFill/>
              <a:ln w="19050">
                <a:solidFill>
                  <a:schemeClr val="accent6"/>
                </a:solidFill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xmlns="" id="{75E729F7-A0A0-FFF9-79B4-20AA28926BA8}"/>
                </a:ext>
              </a:extLst>
            </p:cNvPr>
            <p:cNvSpPr/>
            <p:nvPr/>
          </p:nvSpPr>
          <p:spPr>
            <a:xfrm>
              <a:off x="8659823" y="3929094"/>
              <a:ext cx="1862630" cy="1775878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accent3"/>
                  </a:solidFill>
                </a:rPr>
                <a:t>Sobrecarga de </a:t>
              </a:r>
              <a:br>
                <a:rPr lang="pt-BR" dirty="0">
                  <a:solidFill>
                    <a:schemeClr val="accent3"/>
                  </a:solidFill>
                </a:rPr>
              </a:br>
              <a:r>
                <a:rPr lang="pt-BR" dirty="0">
                  <a:solidFill>
                    <a:schemeClr val="accent3"/>
                  </a:solidFill>
                </a:rPr>
                <a:t>Operadores</a:t>
              </a:r>
              <a:r>
                <a:rPr lang="pt-BR" dirty="0"/>
                <a:t/>
              </a:r>
              <a:br>
                <a:rPr lang="pt-BR" dirty="0"/>
              </a:br>
              <a:r>
                <a:rPr lang="pt-BR" b="1" dirty="0"/>
                <a:t>+</a:t>
              </a:r>
            </a:p>
            <a:p>
              <a:pPr algn="ctr"/>
              <a:r>
                <a:rPr lang="pt-BR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Funções </a:t>
              </a:r>
              <a:br>
                <a:rPr lang="pt-BR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</a:br>
              <a:r>
                <a:rPr lang="pt-BR" dirty="0">
                  <a:solidFill>
                    <a:schemeClr val="accent3">
                      <a:lumMod val="60000"/>
                      <a:lumOff val="40000"/>
                    </a:schemeClr>
                  </a:solidFill>
                </a:rPr>
                <a:t>Amigas</a:t>
              </a:r>
            </a:p>
          </p:txBody>
        </p:sp>
        <p:pic>
          <p:nvPicPr>
            <p:cNvPr id="44" name="Gráfico 43" descr="Seta: reta com preenchimento sólido">
              <a:extLst>
                <a:ext uri="{FF2B5EF4-FFF2-40B4-BE49-F238E27FC236}">
                  <a16:creationId xmlns:a16="http://schemas.microsoft.com/office/drawing/2014/main" xmlns="" id="{A45C86C8-A5AD-5C82-1E14-D3705144789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7628875" y="4470377"/>
              <a:ext cx="693312" cy="693312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686910975"/>
      </p:ext>
    </p:extLst>
  </p:cSld>
  <p:clrMapOvr>
    <a:masterClrMapping/>
  </p:clrMapOvr>
  <p:transition spd="slow">
    <p:cover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5EA17BD-5618-F84E-4445-4B246A98F39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Mas tipos primitivos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podem ser convertidos</a:t>
            </a:r>
          </a:p>
          <a:p>
            <a:pPr lvl="1">
              <a:spcAft>
                <a:spcPts val="1200"/>
              </a:spcAft>
            </a:pPr>
            <a:r>
              <a:rPr lang="pt-BR" dirty="0"/>
              <a:t>Existem </a:t>
            </a:r>
            <a:r>
              <a:rPr lang="pt-BR" b="1" dirty="0"/>
              <a:t>regras</a:t>
            </a:r>
            <a:r>
              <a:rPr lang="pt-BR" dirty="0"/>
              <a:t> para fazer </a:t>
            </a:r>
            <a:r>
              <a:rPr lang="pt-BR" dirty="0">
                <a:solidFill>
                  <a:schemeClr val="accent3"/>
                </a:solidFill>
              </a:rPr>
              <a:t>conversões</a:t>
            </a:r>
          </a:p>
          <a:p>
            <a:pPr lvl="2">
              <a:spcAft>
                <a:spcPts val="1200"/>
              </a:spcAft>
            </a:pPr>
            <a:r>
              <a:rPr lang="pt-BR" dirty="0"/>
              <a:t>Automáticas</a:t>
            </a:r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lvl="2"/>
            <a:endParaRPr lang="pt-BR" dirty="0"/>
          </a:p>
          <a:p>
            <a:pPr lvl="2">
              <a:spcAft>
                <a:spcPts val="2000"/>
              </a:spcAft>
            </a:pPr>
            <a:r>
              <a:rPr lang="pt-BR" dirty="0"/>
              <a:t>Manuais</a:t>
            </a:r>
            <a:endParaRPr lang="pt-BR" b="1" dirty="0"/>
          </a:p>
          <a:p>
            <a:pPr lvl="1">
              <a:spcAft>
                <a:spcPts val="2000"/>
              </a:spcAft>
            </a:pPr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685941F-874B-3E58-06B4-2AEE64FCA0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Introdução</a:t>
            </a:r>
          </a:p>
        </p:txBody>
      </p:sp>
      <p:grpSp>
        <p:nvGrpSpPr>
          <p:cNvPr id="13" name="Agrupar 12">
            <a:extLst>
              <a:ext uri="{FF2B5EF4-FFF2-40B4-BE49-F238E27FC236}">
                <a16:creationId xmlns:a16="http://schemas.microsoft.com/office/drawing/2014/main" xmlns="" id="{60F4AAED-8B68-2D7E-DCE7-6290D0434171}"/>
              </a:ext>
            </a:extLst>
          </p:cNvPr>
          <p:cNvGrpSpPr/>
          <p:nvPr/>
        </p:nvGrpSpPr>
        <p:grpSpPr>
          <a:xfrm>
            <a:off x="2224881" y="3487235"/>
            <a:ext cx="7913806" cy="1200329"/>
            <a:chOff x="2247184" y="3469395"/>
            <a:chExt cx="7913806" cy="1200329"/>
          </a:xfrm>
        </p:grpSpPr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xmlns="" id="{21F5EDBB-9001-B8DE-E0FC-32B169FE652B}"/>
                </a:ext>
              </a:extLst>
            </p:cNvPr>
            <p:cNvSpPr txBox="1"/>
            <p:nvPr/>
          </p:nvSpPr>
          <p:spPr>
            <a:xfrm>
              <a:off x="2247184" y="3469395"/>
              <a:ext cx="7913806" cy="120032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long</a:t>
              </a:r>
              <a: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cont</a:t>
              </a:r>
              <a: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  <a:t> = </a:t>
              </a:r>
              <a:r>
                <a:rPr lang="pt-BR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8</a:t>
              </a:r>
              <a: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  <a:t>;              </a:t>
              </a:r>
              <a:r>
                <a:rPr lang="pt-BR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int convertido para </a:t>
              </a:r>
              <a:r>
                <a:rPr lang="pt-BR" dirty="0" err="1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long</a:t>
              </a:r>
              <a:endParaRPr lang="pt-BR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float</a:t>
              </a:r>
              <a: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  <a:t> total = </a:t>
              </a:r>
              <a:r>
                <a:rPr lang="pt-BR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11</a:t>
              </a:r>
              <a: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  <a:t>;           </a:t>
              </a:r>
              <a:r>
                <a:rPr lang="pt-BR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int convertido para float</a:t>
              </a:r>
              <a: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  <a:t> lado = </a:t>
              </a:r>
              <a:r>
                <a:rPr lang="pt-BR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3.5</a:t>
              </a:r>
              <a: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  <a:t>;             </a:t>
              </a:r>
              <a:r>
                <a:rPr lang="pt-BR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double convertido para int</a:t>
              </a:r>
              <a:br>
                <a:rPr lang="pt-BR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  <a:t> * p = </a:t>
              </a:r>
              <a:r>
                <a:rPr lang="pt-BR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  <a:t>;               </a:t>
              </a:r>
              <a:r>
                <a:rPr lang="pt-BR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não há conversão automática</a:t>
              </a:r>
              <a:endParaRPr lang="pt-BR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pic>
          <p:nvPicPr>
            <p:cNvPr id="5" name="Gráfico 4" descr="Fechar com preenchimento sólido">
              <a:extLst>
                <a:ext uri="{FF2B5EF4-FFF2-40B4-BE49-F238E27FC236}">
                  <a16:creationId xmlns:a16="http://schemas.microsoft.com/office/drawing/2014/main" xmlns="" id="{B72F25E6-3CB2-FD91-6C66-56C697110E31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>
              <a:off x="5323930" y="4387691"/>
              <a:ext cx="218565" cy="218565"/>
            </a:xfrm>
            <a:prstGeom prst="rect">
              <a:avLst/>
            </a:prstGeom>
          </p:spPr>
        </p:pic>
        <p:pic>
          <p:nvPicPr>
            <p:cNvPr id="6" name="Gráfico 5" descr="Marca de seleção com preenchimento sólido">
              <a:extLst>
                <a:ext uri="{FF2B5EF4-FFF2-40B4-BE49-F238E27FC236}">
                  <a16:creationId xmlns:a16="http://schemas.microsoft.com/office/drawing/2014/main" xmlns="" id="{F7A0FD7B-D868-54C7-0567-224D55A9333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5323929" y="3556445"/>
              <a:ext cx="218566" cy="218566"/>
            </a:xfrm>
            <a:prstGeom prst="rect">
              <a:avLst/>
            </a:prstGeom>
          </p:spPr>
        </p:pic>
        <p:pic>
          <p:nvPicPr>
            <p:cNvPr id="9" name="Gráfico 8" descr="Marca de seleção com preenchimento sólido">
              <a:extLst>
                <a:ext uri="{FF2B5EF4-FFF2-40B4-BE49-F238E27FC236}">
                  <a16:creationId xmlns:a16="http://schemas.microsoft.com/office/drawing/2014/main" xmlns="" id="{FD9F1C41-7BC9-9D00-C06C-D0FAAD7E4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5323929" y="3834886"/>
              <a:ext cx="218566" cy="218566"/>
            </a:xfrm>
            <a:prstGeom prst="rect">
              <a:avLst/>
            </a:prstGeom>
          </p:spPr>
        </p:pic>
        <p:pic>
          <p:nvPicPr>
            <p:cNvPr id="11" name="Gráfico 10" descr="Marca de seleção com preenchimento sólido">
              <a:extLst>
                <a:ext uri="{FF2B5EF4-FFF2-40B4-BE49-F238E27FC236}">
                  <a16:creationId xmlns:a16="http://schemas.microsoft.com/office/drawing/2014/main" xmlns="" id="{E74D6868-4A6C-8594-F38A-D49FB6658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5323929" y="4114998"/>
              <a:ext cx="218566" cy="218566"/>
            </a:xfrm>
            <a:prstGeom prst="rect">
              <a:avLst/>
            </a:prstGeom>
          </p:spPr>
        </p:pic>
      </p:grpSp>
      <p:grpSp>
        <p:nvGrpSpPr>
          <p:cNvPr id="15" name="Agrupar 14">
            <a:extLst>
              <a:ext uri="{FF2B5EF4-FFF2-40B4-BE49-F238E27FC236}">
                <a16:creationId xmlns:a16="http://schemas.microsoft.com/office/drawing/2014/main" xmlns="" id="{5B390FD6-A1AD-D0B2-BA47-D19946E4C393}"/>
              </a:ext>
            </a:extLst>
          </p:cNvPr>
          <p:cNvGrpSpPr/>
          <p:nvPr/>
        </p:nvGrpSpPr>
        <p:grpSpPr>
          <a:xfrm>
            <a:off x="2224881" y="5405059"/>
            <a:ext cx="8266186" cy="369332"/>
            <a:chOff x="2247184" y="5391687"/>
            <a:chExt cx="8266186" cy="369332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471F06D1-0C58-8473-D7C8-7AD711D734B1}"/>
                </a:ext>
              </a:extLst>
            </p:cNvPr>
            <p:cNvSpPr txBox="1"/>
            <p:nvPr/>
          </p:nvSpPr>
          <p:spPr>
            <a:xfrm>
              <a:off x="2247184" y="5391687"/>
              <a:ext cx="8266186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  <a:t> * p = (</a:t>
              </a:r>
              <a:r>
                <a:rPr lang="pt-BR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  <a:t> *) </a:t>
              </a:r>
              <a:r>
                <a:rPr lang="pt-BR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pt-BR" dirty="0">
                  <a:latin typeface="Consolas" panose="020B0609020204030204" pitchFamily="49" charset="0"/>
                  <a:cs typeface="Consolas" panose="020B0609020204030204" pitchFamily="49" charset="0"/>
                </a:rPr>
                <a:t>;       </a:t>
              </a:r>
              <a:r>
                <a:rPr lang="pt-BR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int convertido para endereço</a:t>
              </a:r>
              <a:endParaRPr lang="pt-BR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</p:txBody>
        </p:sp>
        <p:pic>
          <p:nvPicPr>
            <p:cNvPr id="12" name="Gráfico 11" descr="Marca de seleção com preenchimento sólido">
              <a:extLst>
                <a:ext uri="{FF2B5EF4-FFF2-40B4-BE49-F238E27FC236}">
                  <a16:creationId xmlns:a16="http://schemas.microsoft.com/office/drawing/2014/main" xmlns="" id="{24924057-7359-9E5B-F1B2-818A14781A43}"/>
                </a:ext>
              </a:extLst>
            </p:cNvPr>
            <p:cNvPicPr>
              <a:picLocks noChangeAspect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6"/>
                </a:ext>
              </a:extLst>
            </a:blip>
            <a:stretch>
              <a:fillRect/>
            </a:stretch>
          </p:blipFill>
          <p:spPr>
            <a:xfrm>
              <a:off x="5323929" y="5467070"/>
              <a:ext cx="218566" cy="218566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3868093180"/>
      </p:ext>
    </p:extLst>
  </p:cSld>
  <p:clrMapOvr>
    <a:masterClrMapping/>
  </p:clrMapOvr>
  <p:transition spd="slow">
    <p:cover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0A84F1A-A2A8-6377-09B2-D530630E1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Conversões de Tipos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2B0FCC9-2BC3-5727-81D5-DA07B6F19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a </a:t>
            </a:r>
            <a:r>
              <a:rPr lang="pt-BR" b="1" dirty="0"/>
              <a:t>classe</a:t>
            </a:r>
            <a:r>
              <a:rPr lang="pt-BR" dirty="0"/>
              <a:t> é um </a:t>
            </a:r>
            <a:r>
              <a:rPr lang="pt-BR" dirty="0">
                <a:solidFill>
                  <a:schemeClr val="accent3"/>
                </a:solidFill>
              </a:rPr>
              <a:t>tipo primitivo</a:t>
            </a:r>
            <a:r>
              <a:rPr lang="pt-BR" dirty="0"/>
              <a:t>...</a:t>
            </a:r>
          </a:p>
          <a:p>
            <a:pPr lvl="1"/>
            <a:r>
              <a:rPr lang="pt-BR" dirty="0"/>
              <a:t>Ela deve permitir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conversões</a:t>
            </a:r>
          </a:p>
          <a:p>
            <a:pPr lvl="1">
              <a:spcAft>
                <a:spcPts val="1200"/>
              </a:spcAft>
            </a:pPr>
            <a:r>
              <a:rPr lang="pt-BR" dirty="0"/>
              <a:t>Mas quando elas fazem sentido?</a:t>
            </a:r>
          </a:p>
          <a:p>
            <a:pPr lvl="1">
              <a:spcAft>
                <a:spcPts val="1200"/>
              </a:spcAft>
            </a:pPr>
            <a:endParaRPr lang="pt-BR" dirty="0"/>
          </a:p>
          <a:p>
            <a:pPr marL="1490472" lvl="3" indent="-457200">
              <a:spcAft>
                <a:spcPts val="1200"/>
              </a:spcAft>
              <a:buFont typeface="+mj-lt"/>
              <a:buAutoNum type="arabicPeriod"/>
            </a:pPr>
            <a:r>
              <a:rPr lang="pt-BR" dirty="0"/>
              <a:t>Duas classes bastante relacionadas</a:t>
            </a:r>
          </a:p>
          <a:p>
            <a:pPr lvl="2"/>
            <a:endParaRPr lang="pt-BR" dirty="0"/>
          </a:p>
          <a:p>
            <a:pPr lvl="2"/>
            <a:endParaRPr lang="pt-BR" dirty="0"/>
          </a:p>
          <a:p>
            <a:endParaRPr lang="pt-BR" dirty="0"/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xmlns="" id="{9A46E38D-F204-D166-3F94-D8F74CC5D672}"/>
              </a:ext>
            </a:extLst>
          </p:cNvPr>
          <p:cNvSpPr txBox="1"/>
          <p:nvPr/>
        </p:nvSpPr>
        <p:spPr>
          <a:xfrm>
            <a:off x="2763926" y="4543737"/>
            <a:ext cx="779552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Horario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inicio {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18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}; 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Horario 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fim {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21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};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Horario convertido para 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duracao = fim - inicio;     </a:t>
            </a:r>
          </a:p>
        </p:txBody>
      </p:sp>
      <p:grpSp>
        <p:nvGrpSpPr>
          <p:cNvPr id="14" name="Agrupar 13">
            <a:extLst>
              <a:ext uri="{FF2B5EF4-FFF2-40B4-BE49-F238E27FC236}">
                <a16:creationId xmlns:a16="http://schemas.microsoft.com/office/drawing/2014/main" xmlns="" id="{11D72063-57FD-3B45-D243-8CC64AB906AD}"/>
              </a:ext>
            </a:extLst>
          </p:cNvPr>
          <p:cNvGrpSpPr/>
          <p:nvPr/>
        </p:nvGrpSpPr>
        <p:grpSpPr>
          <a:xfrm>
            <a:off x="7599978" y="4191905"/>
            <a:ext cx="1334380" cy="1675271"/>
            <a:chOff x="1991545" y="3670792"/>
            <a:chExt cx="1872207" cy="2350496"/>
          </a:xfrm>
        </p:grpSpPr>
        <p:sp>
          <p:nvSpPr>
            <p:cNvPr id="15" name="Retângulo: Cantos Superiores Arredondados 7">
              <a:extLst>
                <a:ext uri="{FF2B5EF4-FFF2-40B4-BE49-F238E27FC236}">
                  <a16:creationId xmlns:a16="http://schemas.microsoft.com/office/drawing/2014/main" xmlns="" id="{D01DAEE5-F21A-DA9F-BC80-85C046A874C3}"/>
                </a:ext>
              </a:extLst>
            </p:cNvPr>
            <p:cNvSpPr/>
            <p:nvPr/>
          </p:nvSpPr>
          <p:spPr>
            <a:xfrm rot="16200000">
              <a:off x="1779227" y="4347828"/>
              <a:ext cx="792487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700"/>
                <a:t>Atributos</a:t>
              </a:r>
              <a:endParaRPr lang="pt-BR" sz="900"/>
            </a:p>
          </p:txBody>
        </p:sp>
        <p:sp>
          <p:nvSpPr>
            <p:cNvPr id="16" name="Retângulo: Cantos Superiores Arredondados 13">
              <a:extLst>
                <a:ext uri="{FF2B5EF4-FFF2-40B4-BE49-F238E27FC236}">
                  <a16:creationId xmlns:a16="http://schemas.microsoft.com/office/drawing/2014/main" xmlns="" id="{0687B58E-FE65-4795-2792-8FBA0069102E}"/>
                </a:ext>
              </a:extLst>
            </p:cNvPr>
            <p:cNvSpPr/>
            <p:nvPr/>
          </p:nvSpPr>
          <p:spPr>
            <a:xfrm rot="16200000">
              <a:off x="1775022" y="5286134"/>
              <a:ext cx="792487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7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Métodos</a:t>
              </a:r>
            </a:p>
          </p:txBody>
        </p:sp>
        <p:grpSp>
          <p:nvGrpSpPr>
            <p:cNvPr id="17" name="Agrupar 16">
              <a:extLst>
                <a:ext uri="{FF2B5EF4-FFF2-40B4-BE49-F238E27FC236}">
                  <a16:creationId xmlns:a16="http://schemas.microsoft.com/office/drawing/2014/main" xmlns="" id="{16B72702-86E7-2206-BB36-2626165681B7}"/>
                </a:ext>
              </a:extLst>
            </p:cNvPr>
            <p:cNvGrpSpPr/>
            <p:nvPr/>
          </p:nvGrpSpPr>
          <p:grpSpPr>
            <a:xfrm>
              <a:off x="2350985" y="4005064"/>
              <a:ext cx="1512767" cy="2016224"/>
              <a:chOff x="9210500" y="2991288"/>
              <a:chExt cx="1656184" cy="2086156"/>
            </a:xfrm>
          </p:grpSpPr>
          <p:sp>
            <p:nvSpPr>
              <p:cNvPr id="19" name="Retângulo: Cantos Superiores Arredondados 24">
                <a:extLst>
                  <a:ext uri="{FF2B5EF4-FFF2-40B4-BE49-F238E27FC236}">
                    <a16:creationId xmlns:a16="http://schemas.microsoft.com/office/drawing/2014/main" xmlns="" id="{B25398E3-28DD-A692-07AB-087E4F2A9D55}"/>
                  </a:ext>
                </a:extLst>
              </p:cNvPr>
              <p:cNvSpPr/>
              <p:nvPr/>
            </p:nvSpPr>
            <p:spPr>
              <a:xfrm>
                <a:off x="9210500" y="2991288"/>
                <a:ext cx="1656184" cy="104307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/>
              <a:lstStyle/>
              <a:p>
                <a:pPr algn="ctr"/>
                <a:r>
                  <a:rPr lang="pt-BR" sz="1100" dirty="0"/>
                  <a:t>horas</a:t>
                </a:r>
              </a:p>
              <a:p>
                <a:pPr algn="ctr"/>
                <a:r>
                  <a:rPr lang="pt-BR" sz="1100" dirty="0"/>
                  <a:t>minutos</a:t>
                </a:r>
                <a:endParaRPr lang="pt-BR" sz="1200" dirty="0"/>
              </a:p>
            </p:txBody>
          </p:sp>
          <p:sp>
            <p:nvSpPr>
              <p:cNvPr id="20" name="Retângulo: Cantos Superiores Arredondados 25">
                <a:extLst>
                  <a:ext uri="{FF2B5EF4-FFF2-40B4-BE49-F238E27FC236}">
                    <a16:creationId xmlns:a16="http://schemas.microsoft.com/office/drawing/2014/main" xmlns="" id="{1560D2C6-8877-7106-B5E3-25923B750730}"/>
                  </a:ext>
                </a:extLst>
              </p:cNvPr>
              <p:cNvSpPr/>
              <p:nvPr/>
            </p:nvSpPr>
            <p:spPr>
              <a:xfrm>
                <a:off x="9210500" y="4034366"/>
                <a:ext cx="1656184" cy="1043078"/>
              </a:xfrm>
              <a:prstGeom prst="round2SameRect">
                <a:avLst>
                  <a:gd name="adj1" fmla="val 0"/>
                  <a:gd name="adj2" fmla="val 1602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pt-BR" sz="11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operator+ operator&lt;&lt;</a:t>
                </a:r>
              </a:p>
              <a:p>
                <a:pPr algn="ctr"/>
                <a:r>
                  <a:rPr lang="pt-BR" sz="11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operator&gt;&gt;</a:t>
                </a:r>
              </a:p>
            </p:txBody>
          </p:sp>
        </p:grpSp>
        <p:sp>
          <p:nvSpPr>
            <p:cNvPr id="18" name="Retângulo: Cantos Superiores Arredondados 15">
              <a:extLst>
                <a:ext uri="{FF2B5EF4-FFF2-40B4-BE49-F238E27FC236}">
                  <a16:creationId xmlns:a16="http://schemas.microsoft.com/office/drawing/2014/main" xmlns="" id="{4F90D69B-F464-7C03-32A4-0C15F74FD4A2}"/>
                </a:ext>
              </a:extLst>
            </p:cNvPr>
            <p:cNvSpPr/>
            <p:nvPr/>
          </p:nvSpPr>
          <p:spPr>
            <a:xfrm>
              <a:off x="2423593" y="3670792"/>
              <a:ext cx="1367550" cy="335744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alpha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200" b="1" cap="small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Tempo</a:t>
              </a:r>
            </a:p>
          </p:txBody>
        </p:sp>
      </p:grpSp>
      <p:grpSp>
        <p:nvGrpSpPr>
          <p:cNvPr id="21" name="Agrupar 20">
            <a:extLst>
              <a:ext uri="{FF2B5EF4-FFF2-40B4-BE49-F238E27FC236}">
                <a16:creationId xmlns:a16="http://schemas.microsoft.com/office/drawing/2014/main" xmlns="" id="{C92B8A60-6824-B6E9-B188-0378A22786B4}"/>
              </a:ext>
            </a:extLst>
          </p:cNvPr>
          <p:cNvGrpSpPr/>
          <p:nvPr/>
        </p:nvGrpSpPr>
        <p:grpSpPr>
          <a:xfrm>
            <a:off x="9373131" y="4191905"/>
            <a:ext cx="1334380" cy="1675271"/>
            <a:chOff x="1991545" y="3670792"/>
            <a:chExt cx="1872207" cy="2350496"/>
          </a:xfrm>
        </p:grpSpPr>
        <p:sp>
          <p:nvSpPr>
            <p:cNvPr id="22" name="Retângulo: Cantos Superiores Arredondados 7">
              <a:extLst>
                <a:ext uri="{FF2B5EF4-FFF2-40B4-BE49-F238E27FC236}">
                  <a16:creationId xmlns:a16="http://schemas.microsoft.com/office/drawing/2014/main" xmlns="" id="{763903F1-3E3D-C68D-08BA-7BD6AEE7DAD2}"/>
                </a:ext>
              </a:extLst>
            </p:cNvPr>
            <p:cNvSpPr/>
            <p:nvPr/>
          </p:nvSpPr>
          <p:spPr>
            <a:xfrm rot="16200000">
              <a:off x="1779227" y="4347828"/>
              <a:ext cx="792487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tIns="0" rtlCol="0" anchor="ctr"/>
            <a:lstStyle/>
            <a:p>
              <a:pPr algn="ctr"/>
              <a:r>
                <a:rPr lang="pt-BR" sz="700"/>
                <a:t>Atributos</a:t>
              </a:r>
              <a:endParaRPr lang="pt-BR" sz="900"/>
            </a:p>
          </p:txBody>
        </p:sp>
        <p:sp>
          <p:nvSpPr>
            <p:cNvPr id="23" name="Retângulo: Cantos Superiores Arredondados 13">
              <a:extLst>
                <a:ext uri="{FF2B5EF4-FFF2-40B4-BE49-F238E27FC236}">
                  <a16:creationId xmlns:a16="http://schemas.microsoft.com/office/drawing/2014/main" xmlns="" id="{85723DC6-F0E2-A80B-7627-D1EAC38ED16F}"/>
                </a:ext>
              </a:extLst>
            </p:cNvPr>
            <p:cNvSpPr/>
            <p:nvPr/>
          </p:nvSpPr>
          <p:spPr>
            <a:xfrm rot="16200000">
              <a:off x="1775022" y="5286134"/>
              <a:ext cx="792487" cy="359441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lumMod val="50000"/>
                <a:alpha val="50000"/>
              </a:schemeClr>
            </a:solidFill>
            <a:ln w="28575"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0" tIns="0" rIns="0" bIns="0" rtlCol="0" anchor="ctr"/>
            <a:lstStyle/>
            <a:p>
              <a:pPr algn="ctr"/>
              <a:r>
                <a:rPr lang="pt-BR" sz="700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Métodos</a:t>
              </a:r>
            </a:p>
          </p:txBody>
        </p:sp>
        <p:grpSp>
          <p:nvGrpSpPr>
            <p:cNvPr id="24" name="Agrupar 23">
              <a:extLst>
                <a:ext uri="{FF2B5EF4-FFF2-40B4-BE49-F238E27FC236}">
                  <a16:creationId xmlns:a16="http://schemas.microsoft.com/office/drawing/2014/main" xmlns="" id="{A159C91D-D0AD-41C9-09D7-A789FFAC6B26}"/>
                </a:ext>
              </a:extLst>
            </p:cNvPr>
            <p:cNvGrpSpPr/>
            <p:nvPr/>
          </p:nvGrpSpPr>
          <p:grpSpPr>
            <a:xfrm>
              <a:off x="2350985" y="4005064"/>
              <a:ext cx="1512767" cy="2016224"/>
              <a:chOff x="9210500" y="2991288"/>
              <a:chExt cx="1656184" cy="2086156"/>
            </a:xfrm>
          </p:grpSpPr>
          <p:sp>
            <p:nvSpPr>
              <p:cNvPr id="26" name="Retângulo: Cantos Superiores Arredondados 24">
                <a:extLst>
                  <a:ext uri="{FF2B5EF4-FFF2-40B4-BE49-F238E27FC236}">
                    <a16:creationId xmlns:a16="http://schemas.microsoft.com/office/drawing/2014/main" xmlns="" id="{34427630-CFF8-5F16-2870-EDEC59C2064F}"/>
                  </a:ext>
                </a:extLst>
              </p:cNvPr>
              <p:cNvSpPr/>
              <p:nvPr/>
            </p:nvSpPr>
            <p:spPr>
              <a:xfrm>
                <a:off x="9210500" y="2991288"/>
                <a:ext cx="1656184" cy="1043078"/>
              </a:xfrm>
              <a:prstGeom prst="round2SameRect">
                <a:avLst>
                  <a:gd name="adj1" fmla="val 0"/>
                  <a:gd name="adj2" fmla="val 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wrap="square" lIns="0" tIns="0" rIns="0" bIns="0" rtlCol="0" anchor="ctr" anchorCtr="1"/>
              <a:lstStyle/>
              <a:p>
                <a:pPr algn="ctr"/>
                <a:r>
                  <a:rPr lang="pt-BR" sz="1100" dirty="0"/>
                  <a:t>horas</a:t>
                </a:r>
              </a:p>
              <a:p>
                <a:pPr algn="ctr"/>
                <a:r>
                  <a:rPr lang="pt-BR" sz="1100" dirty="0"/>
                  <a:t>minutos</a:t>
                </a:r>
                <a:endParaRPr lang="pt-BR" sz="1200" dirty="0"/>
              </a:p>
            </p:txBody>
          </p:sp>
          <p:sp>
            <p:nvSpPr>
              <p:cNvPr id="27" name="Retângulo: Cantos Superiores Arredondados 25">
                <a:extLst>
                  <a:ext uri="{FF2B5EF4-FFF2-40B4-BE49-F238E27FC236}">
                    <a16:creationId xmlns:a16="http://schemas.microsoft.com/office/drawing/2014/main" xmlns="" id="{B2B35ACC-4113-DD4B-A1BC-113532551120}"/>
                  </a:ext>
                </a:extLst>
              </p:cNvPr>
              <p:cNvSpPr/>
              <p:nvPr/>
            </p:nvSpPr>
            <p:spPr>
              <a:xfrm>
                <a:off x="9210500" y="4034366"/>
                <a:ext cx="1656184" cy="1043078"/>
              </a:xfrm>
              <a:prstGeom prst="round2SameRect">
                <a:avLst>
                  <a:gd name="adj1" fmla="val 0"/>
                  <a:gd name="adj2" fmla="val 16020"/>
                </a:avLst>
              </a:prstGeom>
              <a:solidFill>
                <a:schemeClr val="accent6">
                  <a:lumMod val="75000"/>
                  <a:alpha val="50000"/>
                </a:schemeClr>
              </a:solidFill>
              <a:ln w="28575">
                <a:solidFill>
                  <a:schemeClr val="accent6">
                    <a:lumMod val="75000"/>
                  </a:schemeClr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0" tIns="0" rIns="0" bIns="0" rtlCol="0" anchor="ctr" anchorCtr="1"/>
              <a:lstStyle/>
              <a:p>
                <a:pPr algn="ctr"/>
                <a:r>
                  <a:rPr lang="pt-BR" sz="11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operator- operator&lt;&lt;</a:t>
                </a:r>
              </a:p>
              <a:p>
                <a:pPr algn="ctr"/>
                <a:r>
                  <a:rPr lang="pt-BR" sz="11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operator&gt;&gt;</a:t>
                </a:r>
              </a:p>
            </p:txBody>
          </p:sp>
        </p:grpSp>
        <p:sp>
          <p:nvSpPr>
            <p:cNvPr id="25" name="Retângulo: Cantos Superiores Arredondados 15">
              <a:extLst>
                <a:ext uri="{FF2B5EF4-FFF2-40B4-BE49-F238E27FC236}">
                  <a16:creationId xmlns:a16="http://schemas.microsoft.com/office/drawing/2014/main" xmlns="" id="{A1F11705-A09A-4F83-852F-5BAD8AA068ED}"/>
                </a:ext>
              </a:extLst>
            </p:cNvPr>
            <p:cNvSpPr/>
            <p:nvPr/>
          </p:nvSpPr>
          <p:spPr>
            <a:xfrm>
              <a:off x="2423593" y="3670792"/>
              <a:ext cx="1367550" cy="335744"/>
            </a:xfrm>
            <a:prstGeom prst="round2SameRect">
              <a:avLst>
                <a:gd name="adj1" fmla="val 13552"/>
                <a:gd name="adj2" fmla="val 0"/>
              </a:avLst>
            </a:prstGeom>
            <a:solidFill>
              <a:schemeClr val="accent6">
                <a:alpha val="50000"/>
              </a:schemeClr>
            </a:solidFill>
            <a:ln w="28575"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0" tIns="0" rIns="0" bIns="0" rtlCol="0" anchor="t" anchorCtr="1"/>
            <a:lstStyle/>
            <a:p>
              <a:pPr algn="ctr"/>
              <a:r>
                <a:rPr lang="pt-BR" sz="1200" b="1" cap="small" dirty="0">
                  <a:solidFill>
                    <a:schemeClr val="accent6">
                      <a:lumMod val="60000"/>
                      <a:lumOff val="40000"/>
                    </a:schemeClr>
                  </a:solidFill>
                </a:rPr>
                <a:t>Horario</a:t>
              </a:r>
            </a:p>
          </p:txBody>
        </p:sp>
      </p:grpSp>
      <p:cxnSp>
        <p:nvCxnSpPr>
          <p:cNvPr id="29" name="Conector reto 28">
            <a:extLst>
              <a:ext uri="{FF2B5EF4-FFF2-40B4-BE49-F238E27FC236}">
                <a16:creationId xmlns:a16="http://schemas.microsoft.com/office/drawing/2014/main" xmlns="" id="{3F5818B7-2D56-6216-9366-A67BED66778C}"/>
              </a:ext>
            </a:extLst>
          </p:cNvPr>
          <p:cNvCxnSpPr>
            <a:cxnSpLocks/>
          </p:cNvCxnSpPr>
          <p:nvPr/>
        </p:nvCxnSpPr>
        <p:spPr>
          <a:xfrm>
            <a:off x="2097260" y="4069560"/>
            <a:ext cx="0" cy="1797616"/>
          </a:xfrm>
          <a:prstGeom prst="line">
            <a:avLst/>
          </a:prstGeom>
          <a:ln w="28575" cap="rnd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1077692673"/>
      </p:ext>
    </p:extLst>
  </p:cSld>
  <p:clrMapOvr>
    <a:masterClrMapping/>
  </p:clrMapOvr>
  <p:transition spd="slow">
    <p:cover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60A84F1A-A2A8-6377-09B2-D530630E11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Conversões de Tipos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2B0FCC9-2BC3-5727-81D5-DA07B6F1919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Se a </a:t>
            </a:r>
            <a:r>
              <a:rPr lang="pt-BR" b="1" dirty="0"/>
              <a:t>classe</a:t>
            </a:r>
            <a:r>
              <a:rPr lang="pt-BR" dirty="0"/>
              <a:t> é um </a:t>
            </a:r>
            <a:r>
              <a:rPr lang="pt-BR" dirty="0">
                <a:solidFill>
                  <a:schemeClr val="accent3"/>
                </a:solidFill>
              </a:rPr>
              <a:t>tipo primitivo</a:t>
            </a:r>
            <a:r>
              <a:rPr lang="pt-BR" dirty="0"/>
              <a:t>...</a:t>
            </a:r>
          </a:p>
          <a:p>
            <a:pPr lvl="1"/>
            <a:r>
              <a:rPr lang="pt-BR" dirty="0"/>
              <a:t>Ela deve permitir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conversões</a:t>
            </a:r>
          </a:p>
          <a:p>
            <a:pPr lvl="1">
              <a:spcAft>
                <a:spcPts val="1200"/>
              </a:spcAft>
            </a:pPr>
            <a:r>
              <a:rPr lang="pt-BR" dirty="0"/>
              <a:t>Mas quando elas fazem sentido?</a:t>
            </a:r>
          </a:p>
          <a:p>
            <a:pPr lvl="1">
              <a:spcAft>
                <a:spcPts val="1200"/>
              </a:spcAft>
            </a:pPr>
            <a:endParaRPr lang="pt-BR" dirty="0"/>
          </a:p>
          <a:p>
            <a:pPr marL="1490472" lvl="3" indent="-457200">
              <a:spcAft>
                <a:spcPts val="1200"/>
              </a:spcAft>
              <a:buFont typeface="+mj-lt"/>
              <a:buAutoNum type="arabicPeriod" startAt="2"/>
            </a:pPr>
            <a:r>
              <a:rPr lang="pt-BR" dirty="0"/>
              <a:t>Classe relacionada a um </a:t>
            </a:r>
            <a:r>
              <a:rPr lang="pt-BR" b="1" dirty="0"/>
              <a:t>tipo primitivo</a:t>
            </a:r>
          </a:p>
          <a:p>
            <a:pPr lvl="2"/>
            <a:endParaRPr lang="pt-BR" dirty="0"/>
          </a:p>
          <a:p>
            <a:pPr lvl="2"/>
            <a:endParaRPr lang="pt-BR" dirty="0"/>
          </a:p>
          <a:p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08480BF7-C4DA-8F28-DD9E-0750E5D19F94}"/>
              </a:ext>
            </a:extLst>
          </p:cNvPr>
          <p:cNvSpPr txBox="1"/>
          <p:nvPr/>
        </p:nvSpPr>
        <p:spPr>
          <a:xfrm>
            <a:off x="2763926" y="4543737"/>
            <a:ext cx="7764298" cy="116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ida =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  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int convertido para Tempo</a:t>
            </a:r>
            <a:endParaRPr lang="pt-B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pPr>
              <a:lnSpc>
                <a:spcPct val="150000"/>
              </a:lnSpc>
            </a:pP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volta =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1.5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  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double convertido para 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float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total = ida + volta;   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Tempo convertido para float </a:t>
            </a:r>
            <a:endParaRPr lang="pt-B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7" name="Conector reto 6">
            <a:extLst>
              <a:ext uri="{FF2B5EF4-FFF2-40B4-BE49-F238E27FC236}">
                <a16:creationId xmlns:a16="http://schemas.microsoft.com/office/drawing/2014/main" xmlns="" id="{7D927B33-F0EA-DA5D-E92C-758D66E008FD}"/>
              </a:ext>
            </a:extLst>
          </p:cNvPr>
          <p:cNvCxnSpPr>
            <a:cxnSpLocks/>
          </p:cNvCxnSpPr>
          <p:nvPr/>
        </p:nvCxnSpPr>
        <p:spPr>
          <a:xfrm>
            <a:off x="2097260" y="4069560"/>
            <a:ext cx="0" cy="1797616"/>
          </a:xfrm>
          <a:prstGeom prst="line">
            <a:avLst/>
          </a:prstGeom>
          <a:ln w="28575" cap="rnd"/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xmlns="" val="2573610710"/>
      </p:ext>
    </p:extLst>
  </p:cSld>
  <p:clrMapOvr>
    <a:masterClrMapping/>
  </p:clrMapOvr>
  <p:transition spd="slow">
    <p:cover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73EF89A-0F7B-877C-8BCF-9F923016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Conversões com Construtores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93F6D4A-4AE4-05A0-8AA7-5E5688A67AD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1773936"/>
            <a:ext cx="10363200" cy="4572000"/>
          </a:xfrm>
        </p:spPr>
        <p:txBody>
          <a:bodyPr/>
          <a:lstStyle/>
          <a:p>
            <a:r>
              <a:rPr lang="pt-BR" b="1" dirty="0"/>
              <a:t>Conversões</a:t>
            </a:r>
            <a:r>
              <a:rPr lang="pt-BR" dirty="0"/>
              <a:t> são feitas com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construtores</a:t>
            </a:r>
          </a:p>
          <a:p>
            <a:pPr lvl="1"/>
            <a:r>
              <a:rPr lang="pt-BR" dirty="0"/>
              <a:t>Que recebem </a:t>
            </a:r>
            <a:r>
              <a:rPr lang="pt-BR" dirty="0">
                <a:solidFill>
                  <a:schemeClr val="accent3"/>
                </a:solidFill>
              </a:rPr>
              <a:t>apenas um argumento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DB6320FC-D9FD-893C-3BE5-EA9CB010B5F2}"/>
              </a:ext>
            </a:extLst>
          </p:cNvPr>
          <p:cNvGrpSpPr/>
          <p:nvPr/>
        </p:nvGrpSpPr>
        <p:grpSpPr>
          <a:xfrm>
            <a:off x="2057178" y="3005641"/>
            <a:ext cx="7739669" cy="3046988"/>
            <a:chOff x="2057178" y="3005641"/>
            <a:chExt cx="7739669" cy="3046988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459CE033-6CAC-60AF-5E16-CDFE754E8F17}"/>
                </a:ext>
              </a:extLst>
            </p:cNvPr>
            <p:cNvSpPr txBox="1"/>
            <p:nvPr/>
          </p:nvSpPr>
          <p:spPr>
            <a:xfrm>
              <a:off x="2057178" y="3005641"/>
              <a:ext cx="3054542" cy="30469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minutos;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h);</a:t>
              </a:r>
            </a:p>
            <a:p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h, 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m);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...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xmlns="" id="{F431B1CE-82E1-AAE3-6913-88DC29A1BD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42407" y="3100911"/>
              <a:ext cx="0" cy="2723609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4D821AB8-339B-F1C6-0103-C2EE0D68B633}"/>
                </a:ext>
              </a:extLst>
            </p:cNvPr>
            <p:cNvSpPr txBox="1"/>
            <p:nvPr/>
          </p:nvSpPr>
          <p:spPr>
            <a:xfrm>
              <a:off x="6141472" y="3100911"/>
              <a:ext cx="3655375" cy="25545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main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cria objeto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t;</a:t>
              </a:r>
            </a:p>
            <a:p>
              <a:endPara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// converte int para Tempo</a:t>
              </a:r>
              <a:b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t = 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  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  <p:sp>
          <p:nvSpPr>
            <p:cNvPr id="10" name="Retângulo Arredondado 19">
              <a:extLst>
                <a:ext uri="{FF2B5EF4-FFF2-40B4-BE49-F238E27FC236}">
                  <a16:creationId xmlns:a16="http://schemas.microsoft.com/office/drawing/2014/main" xmlns="" id="{76BCE8E1-6F9B-C7CF-B914-F6F15A5F1B14}"/>
                </a:ext>
              </a:extLst>
            </p:cNvPr>
            <p:cNvSpPr/>
            <p:nvPr/>
          </p:nvSpPr>
          <p:spPr>
            <a:xfrm>
              <a:off x="7029729" y="4821496"/>
              <a:ext cx="294392" cy="312234"/>
            </a:xfrm>
            <a:prstGeom prst="roundRect">
              <a:avLst>
                <a:gd name="adj" fmla="val 11816"/>
              </a:avLst>
            </a:prstGeom>
            <a:noFill/>
            <a:ln w="19050">
              <a:solidFill>
                <a:schemeClr val="accent6"/>
              </a:solidFill>
              <a:prstDash val="sys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xmlns="" id="{EB5FF697-1F5C-50B2-9DFC-F42DF0E89FFC}"/>
                </a:ext>
              </a:extLst>
            </p:cNvPr>
            <p:cNvSpPr/>
            <p:nvPr/>
          </p:nvSpPr>
          <p:spPr>
            <a:xfrm>
              <a:off x="8161338" y="5447600"/>
              <a:ext cx="1226634" cy="392776"/>
            </a:xfrm>
            <a:prstGeom prst="roundRect">
              <a:avLst/>
            </a:prstGeom>
            <a:solidFill>
              <a:schemeClr val="accent6">
                <a:lumMod val="50000"/>
                <a:alpha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</a:rPr>
                <a:t>(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</a:rPr>
                <a:t>3</a:t>
              </a:r>
              <a:r>
                <a:rPr lang="pt-BR" sz="1600" dirty="0">
                  <a:latin typeface="Consolas" panose="020B0609020204030204" pitchFamily="49" charset="0"/>
                </a:rPr>
                <a:t>)</a:t>
              </a:r>
            </a:p>
          </p:txBody>
        </p:sp>
        <p:sp>
          <p:nvSpPr>
            <p:cNvPr id="14" name="CaixaDeTexto 13">
              <a:extLst>
                <a:ext uri="{FF2B5EF4-FFF2-40B4-BE49-F238E27FC236}">
                  <a16:creationId xmlns:a16="http://schemas.microsoft.com/office/drawing/2014/main" xmlns="" id="{57BF5784-F99A-E0F4-5013-3ED4E6D569C9}"/>
                </a:ext>
              </a:extLst>
            </p:cNvPr>
            <p:cNvSpPr txBox="1"/>
            <p:nvPr/>
          </p:nvSpPr>
          <p:spPr>
            <a:xfrm>
              <a:off x="8232425" y="4846327"/>
              <a:ext cx="1084463" cy="584775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pt-BR" sz="1600" dirty="0"/>
                <a:t>Chama </a:t>
              </a:r>
              <a:br>
                <a:rPr lang="pt-BR" sz="1600" dirty="0"/>
              </a:br>
              <a:r>
                <a:rPr lang="pt-BR" sz="1600" dirty="0"/>
                <a:t>Construtor</a:t>
              </a:r>
            </a:p>
          </p:txBody>
        </p:sp>
        <p:pic>
          <p:nvPicPr>
            <p:cNvPr id="17" name="Gráfico 16" descr="Seta: reta com preenchimento sólido">
              <a:extLst>
                <a:ext uri="{FF2B5EF4-FFF2-40B4-BE49-F238E27FC236}">
                  <a16:creationId xmlns:a16="http://schemas.microsoft.com/office/drawing/2014/main" xmlns="" id="{F8D5B307-6667-344D-3CAE-6E9A53897FB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 rot="12229930">
              <a:off x="7436219" y="5019063"/>
              <a:ext cx="586801" cy="586801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xmlns="" val="3198138908"/>
      </p:ext>
    </p:extLst>
  </p:cSld>
  <p:clrMapOvr>
    <a:masterClrMapping/>
  </p:clrMapOvr>
  <p:transition spd="slow">
    <p:cover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73EF89A-0F7B-877C-8BCF-9F923016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Conversões com Construtores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93F6D4A-4AE4-05A0-8AA7-5E5688A67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 </a:t>
            </a:r>
            <a:r>
              <a:rPr lang="pt-BR" b="1" dirty="0"/>
              <a:t>conversão</a:t>
            </a:r>
            <a:r>
              <a:rPr lang="pt-BR" dirty="0"/>
              <a:t> pode ser </a:t>
            </a:r>
            <a:r>
              <a:rPr lang="pt-BR" dirty="0">
                <a:solidFill>
                  <a:schemeClr val="accent3"/>
                </a:solidFill>
              </a:rPr>
              <a:t>implícita</a:t>
            </a:r>
            <a:r>
              <a:rPr lang="pt-BR" dirty="0"/>
              <a:t> ou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explícita</a:t>
            </a:r>
          </a:p>
          <a:p>
            <a:pPr lvl="1"/>
            <a:r>
              <a:rPr lang="pt-BR" dirty="0"/>
              <a:t>O construtor é chamado em ambos os casos</a:t>
            </a:r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786E6353-FE65-A261-A543-03E8135DBF39}"/>
              </a:ext>
            </a:extLst>
          </p:cNvPr>
          <p:cNvGrpSpPr/>
          <p:nvPr/>
        </p:nvGrpSpPr>
        <p:grpSpPr>
          <a:xfrm>
            <a:off x="2155028" y="3034881"/>
            <a:ext cx="4158178" cy="2723609"/>
            <a:chOff x="2155028" y="3034881"/>
            <a:chExt cx="4158178" cy="2723609"/>
          </a:xfrm>
        </p:grpSpPr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xmlns="" id="{F431B1CE-82E1-AAE3-6913-88DC29A1BD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2155028" y="3034881"/>
              <a:ext cx="0" cy="2723609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4D821AB8-339B-F1C6-0103-C2EE0D68B633}"/>
                </a:ext>
              </a:extLst>
            </p:cNvPr>
            <p:cNvSpPr txBox="1"/>
            <p:nvPr/>
          </p:nvSpPr>
          <p:spPr>
            <a:xfrm>
              <a:off x="2657831" y="3069688"/>
              <a:ext cx="3655375" cy="25545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main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cria objetos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t1, t2, t3;</a:t>
              </a:r>
            </a:p>
            <a:p>
              <a:endPara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// converte int para Tempo</a:t>
              </a:r>
              <a:endPara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t1 =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);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t2 = (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)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t3 =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2520259207"/>
      </p:ext>
    </p:extLst>
  </p:cSld>
  <p:clrMapOvr>
    <a:masterClrMapping/>
  </p:clrMapOvr>
  <p:transition spd="slow">
    <p:cover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73EF89A-0F7B-877C-8BCF-9F923016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Conversões com Construtores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93F6D4A-4AE4-05A0-8AA7-5E5688A67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Verificando as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chamadas do construtor</a:t>
            </a:r>
          </a:p>
        </p:txBody>
      </p:sp>
      <p:grpSp>
        <p:nvGrpSpPr>
          <p:cNvPr id="8" name="Agrupar 7">
            <a:extLst>
              <a:ext uri="{FF2B5EF4-FFF2-40B4-BE49-F238E27FC236}">
                <a16:creationId xmlns:a16="http://schemas.microsoft.com/office/drawing/2014/main" xmlns="" id="{63D5D9F0-0DCC-2E5D-D973-630045F11AFD}"/>
              </a:ext>
            </a:extLst>
          </p:cNvPr>
          <p:cNvGrpSpPr/>
          <p:nvPr/>
        </p:nvGrpSpPr>
        <p:grpSpPr>
          <a:xfrm>
            <a:off x="1832702" y="2663390"/>
            <a:ext cx="9855186" cy="3510165"/>
            <a:chOff x="1832702" y="2663390"/>
            <a:chExt cx="9855186" cy="3510165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459CE033-6CAC-60AF-5E16-CDFE754E8F17}"/>
                </a:ext>
              </a:extLst>
            </p:cNvPr>
            <p:cNvSpPr txBox="1"/>
            <p:nvPr/>
          </p:nvSpPr>
          <p:spPr>
            <a:xfrm>
              <a:off x="7129417" y="2773942"/>
              <a:ext cx="4558471" cy="310854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::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 {  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horas = minutos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cout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&lt;&lt;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"Construtor Padrão\n"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  <a:p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::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 {  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horas =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 minutos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cout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&lt;&lt;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"Construtor Hora\n"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  <a:p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::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 {  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horas =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h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 minutos =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m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cout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&lt;&lt; </a:t>
              </a:r>
              <a:r>
                <a:rPr lang="pt-BR" sz="14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"Construtor Hora-Min\n"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xmlns="" id="{F431B1CE-82E1-AAE3-6913-88DC29A1BD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208999" y="2663390"/>
              <a:ext cx="0" cy="3510165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4D821AB8-339B-F1C6-0103-C2EE0D68B633}"/>
                </a:ext>
              </a:extLst>
            </p:cNvPr>
            <p:cNvSpPr txBox="1"/>
            <p:nvPr/>
          </p:nvSpPr>
          <p:spPr>
            <a:xfrm>
              <a:off x="1832702" y="2663390"/>
              <a:ext cx="3639758" cy="203132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main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t1 =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);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t2 =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t3;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converte int para 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t3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  <p:grpSp>
          <p:nvGrpSpPr>
            <p:cNvPr id="15" name="Agrupar 14">
              <a:extLst>
                <a:ext uri="{FF2B5EF4-FFF2-40B4-BE49-F238E27FC236}">
                  <a16:creationId xmlns:a16="http://schemas.microsoft.com/office/drawing/2014/main" xmlns="" id="{6E062DDE-569A-AF78-CE1C-52A0CE4AB5CF}"/>
                </a:ext>
              </a:extLst>
            </p:cNvPr>
            <p:cNvGrpSpPr/>
            <p:nvPr/>
          </p:nvGrpSpPr>
          <p:grpSpPr>
            <a:xfrm>
              <a:off x="1886786" y="4833721"/>
              <a:ext cx="3300761" cy="1209939"/>
              <a:chOff x="6302669" y="4851323"/>
              <a:chExt cx="3300761" cy="1209939"/>
            </a:xfrm>
          </p:grpSpPr>
          <p:sp>
            <p:nvSpPr>
              <p:cNvPr id="14" name="Retângulo: Cantos Arredondados 13">
                <a:extLst>
                  <a:ext uri="{FF2B5EF4-FFF2-40B4-BE49-F238E27FC236}">
                    <a16:creationId xmlns:a16="http://schemas.microsoft.com/office/drawing/2014/main" xmlns="" id="{30C165D9-7955-D5EA-5DDF-EFEEAEA7FB72}"/>
                  </a:ext>
                </a:extLst>
              </p:cNvPr>
              <p:cNvSpPr/>
              <p:nvPr/>
            </p:nvSpPr>
            <p:spPr>
              <a:xfrm>
                <a:off x="7199230" y="4851323"/>
                <a:ext cx="2404200" cy="1209939"/>
              </a:xfrm>
              <a:prstGeom prst="roundRect">
                <a:avLst>
                  <a:gd name="adj" fmla="val 8403"/>
                </a:avLst>
              </a:prstGeom>
              <a:solidFill>
                <a:schemeClr val="dk1">
                  <a:alpha val="50000"/>
                </a:schemeClr>
              </a:solidFill>
              <a:ln>
                <a:solidFill>
                  <a:schemeClr val="bg1">
                    <a:lumMod val="95000"/>
                    <a:lumOff val="5000"/>
                  </a:schemeClr>
                </a:solidFill>
              </a:ln>
            </p:spPr>
            <p:style>
              <a:lnRef idx="2">
                <a:schemeClr val="dk1">
                  <a:shade val="50000"/>
                </a:schemeClr>
              </a:lnRef>
              <a:fillRef idx="1">
                <a:schemeClr val="dk1"/>
              </a:fillRef>
              <a:effectRef idx="0">
                <a:schemeClr val="dk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r>
                  <a:rPr lang="pt-BR" sz="1400" dirty="0">
                    <a:solidFill>
                      <a:schemeClr val="tx1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 Construtor Hora-Min</a:t>
                </a:r>
              </a:p>
              <a:p>
                <a:r>
                  <a:rPr lang="pt-BR" sz="1400" dirty="0">
                    <a:solidFill>
                      <a:schemeClr val="tx1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 Construtor Hora</a:t>
                </a:r>
              </a:p>
              <a:p>
                <a:r>
                  <a:rPr lang="pt-BR" sz="1400" dirty="0">
                    <a:solidFill>
                      <a:schemeClr val="tx1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 Construtor Padrão</a:t>
                </a:r>
              </a:p>
              <a:p>
                <a:r>
                  <a:rPr lang="pt-BR" sz="1400" dirty="0">
                    <a:solidFill>
                      <a:schemeClr val="tx1">
                        <a:lumMod val="75000"/>
                      </a:schemeClr>
                    </a:solidFill>
                    <a:latin typeface="Consolas" panose="020B0609020204030204" pitchFamily="49" charset="0"/>
                  </a:rPr>
                  <a:t> Construtor Hora</a:t>
                </a:r>
                <a:endParaRPr lang="pt-BR" sz="1400" dirty="0"/>
              </a:p>
            </p:txBody>
          </p:sp>
          <p:sp>
            <p:nvSpPr>
              <p:cNvPr id="9" name="CaixaDeTexto 8">
                <a:extLst>
                  <a:ext uri="{FF2B5EF4-FFF2-40B4-BE49-F238E27FC236}">
                    <a16:creationId xmlns:a16="http://schemas.microsoft.com/office/drawing/2014/main" xmlns="" id="{9C5EEE31-118B-C5E4-D482-05FC6520DC99}"/>
                  </a:ext>
                </a:extLst>
              </p:cNvPr>
              <p:cNvSpPr txBox="1"/>
              <p:nvPr/>
            </p:nvSpPr>
            <p:spPr>
              <a:xfrm>
                <a:off x="6302669" y="5271626"/>
                <a:ext cx="2728703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</a:rPr>
                  <a:t>Saída:</a:t>
                </a:r>
                <a:endParaRPr lang="pt-BR" dirty="0">
                  <a:latin typeface="Consolas" panose="020B0609020204030204" pitchFamily="49" charset="0"/>
                </a:endParaRPr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xmlns="" val="3968826521"/>
      </p:ext>
    </p:extLst>
  </p:cSld>
  <p:clrMapOvr>
    <a:masterClrMapping/>
  </p:clrMapOvr>
  <p:transition spd="slow">
    <p:cover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73EF89A-0F7B-877C-8BCF-9F923016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Conversões com Construtores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93F6D4A-4AE4-05A0-8AA7-5E5688A67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Usando a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inicialização por </a:t>
            </a:r>
            <a:r>
              <a:rPr lang="pt-BR" sz="2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{}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pt-BR" dirty="0"/>
              <a:t>do </a:t>
            </a:r>
            <a:r>
              <a:rPr lang="pt-BR" sz="2800" dirty="0">
                <a:latin typeface="Consolas" panose="020B0609020204030204" pitchFamily="49" charset="0"/>
              </a:rPr>
              <a:t>C++11</a:t>
            </a:r>
            <a:endParaRPr lang="pt-BR" dirty="0">
              <a:latin typeface="Consolas" panose="020B0609020204030204" pitchFamily="49" charset="0"/>
            </a:endParaRPr>
          </a:p>
          <a:p>
            <a:pPr lvl="1"/>
            <a:r>
              <a:rPr lang="pt-BR" dirty="0"/>
              <a:t>Conversões funcionam com </a:t>
            </a:r>
            <a:r>
              <a:rPr lang="pt-BR" dirty="0">
                <a:solidFill>
                  <a:schemeClr val="accent3"/>
                </a:solidFill>
              </a:rPr>
              <a:t>múltiplos argumentos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xmlns="" id="{6CDE000F-9CC9-711A-F4B0-1ECD089B8787}"/>
              </a:ext>
            </a:extLst>
          </p:cNvPr>
          <p:cNvGrpSpPr/>
          <p:nvPr/>
        </p:nvGrpSpPr>
        <p:grpSpPr>
          <a:xfrm>
            <a:off x="2057177" y="3005641"/>
            <a:ext cx="9370593" cy="3046988"/>
            <a:chOff x="2057177" y="3005641"/>
            <a:chExt cx="9370593" cy="3046988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459CE033-6CAC-60AF-5E16-CDFE754E8F17}"/>
                </a:ext>
              </a:extLst>
            </p:cNvPr>
            <p:cNvSpPr txBox="1"/>
            <p:nvPr/>
          </p:nvSpPr>
          <p:spPr>
            <a:xfrm>
              <a:off x="2057177" y="3005641"/>
              <a:ext cx="3005477" cy="304698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minutos;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h);</a:t>
              </a:r>
            </a:p>
            <a:p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h, 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m);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...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cxnSp>
          <p:nvCxnSpPr>
            <p:cNvPr id="5" name="Conector reto 4">
              <a:extLst>
                <a:ext uri="{FF2B5EF4-FFF2-40B4-BE49-F238E27FC236}">
                  <a16:creationId xmlns:a16="http://schemas.microsoft.com/office/drawing/2014/main" xmlns="" id="{F431B1CE-82E1-AAE3-6913-88DC29A1BD15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638669" y="3167331"/>
              <a:ext cx="0" cy="2723609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F7E5BAE6-3CF7-F510-C72C-8291569EE8F6}"/>
                </a:ext>
              </a:extLst>
            </p:cNvPr>
            <p:cNvSpPr txBox="1"/>
            <p:nvPr/>
          </p:nvSpPr>
          <p:spPr>
            <a:xfrm>
              <a:off x="6141472" y="3251863"/>
              <a:ext cx="5286298" cy="255454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main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 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cria objetos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t0, t1, t2, t3;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t3 =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        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int para Tempo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t2 = {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};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{</a:t>
              </a:r>
              <a:r>
                <a:rPr lang="pt-BR" sz="1600" dirty="0" err="1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int,int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} para Tempo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t1 = {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};    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{int} para Tempo</a:t>
              </a:r>
              <a:endParaRPr lang="pt-B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t0 = {};       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{} para 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250848639"/>
      </p:ext>
    </p:extLst>
  </p:cSld>
  <p:clrMapOvr>
    <a:masterClrMapping/>
  </p:clrMapOvr>
  <p:transition spd="slow">
    <p:cover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173EF89A-0F7B-877C-8BCF-9F9230163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Conversões com Construtores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E93F6D4A-4AE4-05A0-8AA7-5E5688A67AD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Argumentos padrão</a:t>
            </a:r>
            <a:r>
              <a:rPr lang="pt-BR" dirty="0"/>
              <a:t> podem ser usados</a:t>
            </a:r>
          </a:p>
          <a:p>
            <a:pPr lvl="1"/>
            <a:r>
              <a:rPr lang="pt-BR" dirty="0"/>
              <a:t>A conversão acontece para </a:t>
            </a:r>
            <a:r>
              <a:rPr lang="pt-BR" dirty="0">
                <a:solidFill>
                  <a:schemeClr val="accent3"/>
                </a:solidFill>
              </a:rPr>
              <a:t>todas as combinações</a:t>
            </a:r>
            <a:r>
              <a:rPr lang="pt-BR" dirty="0"/>
              <a:t> válidas</a:t>
            </a:r>
            <a:endParaRPr lang="pt-BR" dirty="0">
              <a:solidFill>
                <a:schemeClr val="accent3"/>
              </a:solidFill>
            </a:endParaRP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459CE033-6CAC-60AF-5E16-CDFE754E8F17}"/>
              </a:ext>
            </a:extLst>
          </p:cNvPr>
          <p:cNvSpPr txBox="1"/>
          <p:nvPr/>
        </p:nvSpPr>
        <p:spPr>
          <a:xfrm>
            <a:off x="2057178" y="3005641"/>
            <a:ext cx="3130370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horas;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minutos;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6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h);</a:t>
            </a:r>
          </a:p>
          <a:p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h,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m);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...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grpSp>
        <p:nvGrpSpPr>
          <p:cNvPr id="6" name="Agrupar 5">
            <a:extLst>
              <a:ext uri="{FF2B5EF4-FFF2-40B4-BE49-F238E27FC236}">
                <a16:creationId xmlns:a16="http://schemas.microsoft.com/office/drawing/2014/main" xmlns="" id="{E1686AB6-829F-E88D-779E-3FEC51CBA618}"/>
              </a:ext>
            </a:extLst>
          </p:cNvPr>
          <p:cNvGrpSpPr/>
          <p:nvPr/>
        </p:nvGrpSpPr>
        <p:grpSpPr>
          <a:xfrm>
            <a:off x="11594275" y="6389523"/>
            <a:ext cx="593516" cy="464210"/>
            <a:chOff x="11594275" y="6389523"/>
            <a:chExt cx="593516" cy="464210"/>
          </a:xfrm>
        </p:grpSpPr>
        <p:sp>
          <p:nvSpPr>
            <p:cNvPr id="8" name="Triângulo isósceles 6">
              <a:extLst>
                <a:ext uri="{FF2B5EF4-FFF2-40B4-BE49-F238E27FC236}">
                  <a16:creationId xmlns:a16="http://schemas.microsoft.com/office/drawing/2014/main" xmlns="" id="{BDFFB282-1162-CF0A-1DAF-22E486A4C49C}"/>
                </a:ext>
              </a:extLst>
            </p:cNvPr>
            <p:cNvSpPr/>
            <p:nvPr/>
          </p:nvSpPr>
          <p:spPr>
            <a:xfrm>
              <a:off x="11594275" y="6389523"/>
              <a:ext cx="593516" cy="464210"/>
            </a:xfrm>
            <a:custGeom>
              <a:avLst/>
              <a:gdLst>
                <a:gd name="connsiteX0" fmla="*/ 0 w 864096"/>
                <a:gd name="connsiteY0" fmla="*/ 1512168 h 1512168"/>
                <a:gd name="connsiteX1" fmla="*/ 432048 w 864096"/>
                <a:gd name="connsiteY1" fmla="*/ 0 h 1512168"/>
                <a:gd name="connsiteX2" fmla="*/ 864096 w 864096"/>
                <a:gd name="connsiteY2" fmla="*/ 1512168 h 1512168"/>
                <a:gd name="connsiteX3" fmla="*/ 0 w 864096"/>
                <a:gd name="connsiteY3" fmla="*/ 1512168 h 1512168"/>
                <a:gd name="connsiteX0" fmla="*/ 0 w 864096"/>
                <a:gd name="connsiteY0" fmla="*/ 787773 h 787773"/>
                <a:gd name="connsiteX1" fmla="*/ 847684 w 864096"/>
                <a:gd name="connsiteY1" fmla="*/ 0 h 787773"/>
                <a:gd name="connsiteX2" fmla="*/ 864096 w 864096"/>
                <a:gd name="connsiteY2" fmla="*/ 787773 h 787773"/>
                <a:gd name="connsiteX3" fmla="*/ 0 w 864096"/>
                <a:gd name="connsiteY3" fmla="*/ 787773 h 787773"/>
                <a:gd name="connsiteX0" fmla="*/ 0 w 864096"/>
                <a:gd name="connsiteY0" fmla="*/ 797298 h 797298"/>
                <a:gd name="connsiteX1" fmla="*/ 857209 w 864096"/>
                <a:gd name="connsiteY1" fmla="*/ 0 h 797298"/>
                <a:gd name="connsiteX2" fmla="*/ 864096 w 864096"/>
                <a:gd name="connsiteY2" fmla="*/ 797298 h 797298"/>
                <a:gd name="connsiteX3" fmla="*/ 0 w 864096"/>
                <a:gd name="connsiteY3" fmla="*/ 797298 h 797298"/>
                <a:gd name="connsiteX0" fmla="*/ 0 w 864096"/>
                <a:gd name="connsiteY0" fmla="*/ 799680 h 799680"/>
                <a:gd name="connsiteX1" fmla="*/ 861971 w 864096"/>
                <a:gd name="connsiteY1" fmla="*/ 0 h 799680"/>
                <a:gd name="connsiteX2" fmla="*/ 864096 w 864096"/>
                <a:gd name="connsiteY2" fmla="*/ 799680 h 799680"/>
                <a:gd name="connsiteX3" fmla="*/ 0 w 864096"/>
                <a:gd name="connsiteY3" fmla="*/ 799680 h 7996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864096" h="799680">
                  <a:moveTo>
                    <a:pt x="0" y="799680"/>
                  </a:moveTo>
                  <a:lnTo>
                    <a:pt x="861971" y="0"/>
                  </a:lnTo>
                  <a:cubicBezTo>
                    <a:pt x="864267" y="265766"/>
                    <a:pt x="861800" y="533914"/>
                    <a:pt x="864096" y="799680"/>
                  </a:cubicBezTo>
                  <a:lnTo>
                    <a:pt x="0" y="799680"/>
                  </a:lnTo>
                  <a:close/>
                </a:path>
              </a:pathLst>
            </a:custGeom>
            <a:solidFill>
              <a:schemeClr val="accent3">
                <a:lumMod val="75000"/>
              </a:schemeClr>
            </a:solidFill>
            <a:ln>
              <a:solidFill>
                <a:schemeClr val="accent3">
                  <a:lumMod val="75000"/>
                </a:schemeClr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 dirty="0"/>
            </a:p>
          </p:txBody>
        </p:sp>
        <p:pic>
          <p:nvPicPr>
            <p:cNvPr id="9" name="Gráfico 8" descr="Estrelas com preenchimento sólido">
              <a:extLst>
                <a:ext uri="{FF2B5EF4-FFF2-40B4-BE49-F238E27FC236}">
                  <a16:creationId xmlns:a16="http://schemas.microsoft.com/office/drawing/2014/main" xmlns="" id="{DF06DBC0-7FFD-2011-CA7B-80B20D0C3B8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>
              <a:off x="11898904" y="6576400"/>
              <a:ext cx="263352" cy="263352"/>
            </a:xfrm>
            <a:prstGeom prst="rect">
              <a:avLst/>
            </a:prstGeom>
          </p:spPr>
        </p:pic>
      </p:grpSp>
      <p:sp>
        <p:nvSpPr>
          <p:cNvPr id="11" name="CaixaDeTexto 10">
            <a:extLst>
              <a:ext uri="{FF2B5EF4-FFF2-40B4-BE49-F238E27FC236}">
                <a16:creationId xmlns:a16="http://schemas.microsoft.com/office/drawing/2014/main" xmlns="" id="{F87C88CA-7019-55D8-291A-4EBC0DEF9695}"/>
              </a:ext>
            </a:extLst>
          </p:cNvPr>
          <p:cNvSpPr txBox="1"/>
          <p:nvPr/>
        </p:nvSpPr>
        <p:spPr>
          <a:xfrm>
            <a:off x="2057179" y="3005641"/>
            <a:ext cx="326864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horas;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minutos;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6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h,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m =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...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xmlns="" id="{6534E392-94C3-CE59-3DFF-AB8CAAD7B4C0}"/>
              </a:ext>
            </a:extLst>
          </p:cNvPr>
          <p:cNvSpPr txBox="1"/>
          <p:nvPr/>
        </p:nvSpPr>
        <p:spPr>
          <a:xfrm>
            <a:off x="2057179" y="3005641"/>
            <a:ext cx="3268644" cy="280076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class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private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horas;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minutos;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600" dirty="0">
              <a:solidFill>
                <a:schemeClr val="bg1">
                  <a:lumMod val="75000"/>
                  <a:lumOff val="2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public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h =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     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m =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);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...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};</a:t>
            </a:r>
          </a:p>
        </p:txBody>
      </p:sp>
      <p:cxnSp>
        <p:nvCxnSpPr>
          <p:cNvPr id="10" name="Conector reto 9">
            <a:extLst>
              <a:ext uri="{FF2B5EF4-FFF2-40B4-BE49-F238E27FC236}">
                <a16:creationId xmlns:a16="http://schemas.microsoft.com/office/drawing/2014/main" xmlns="" id="{543677BC-B03E-71EF-1BB9-83083383EDC8}"/>
              </a:ext>
            </a:extLst>
          </p:cNvPr>
          <p:cNvCxnSpPr>
            <a:cxnSpLocks/>
          </p:cNvCxnSpPr>
          <p:nvPr/>
        </p:nvCxnSpPr>
        <p:spPr>
          <a:xfrm flipV="1">
            <a:off x="5638669" y="3167331"/>
            <a:ext cx="0" cy="2723609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CaixaDeTexto 12">
            <a:extLst>
              <a:ext uri="{FF2B5EF4-FFF2-40B4-BE49-F238E27FC236}">
                <a16:creationId xmlns:a16="http://schemas.microsoft.com/office/drawing/2014/main" xmlns="" id="{D8EFCA69-FE2C-FA51-02D1-805EC30D2899}"/>
              </a:ext>
            </a:extLst>
          </p:cNvPr>
          <p:cNvSpPr txBox="1"/>
          <p:nvPr/>
        </p:nvSpPr>
        <p:spPr>
          <a:xfrm>
            <a:off x="6141472" y="3251863"/>
            <a:ext cx="5286298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cria objetos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t0, t1, t2, t3;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t3 =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      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int para Tempo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t2 = {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};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{</a:t>
            </a:r>
            <a:r>
              <a:rPr lang="pt-BR" sz="1600" dirty="0" err="1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int,int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} para Tempo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t1 = {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};  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{int} para Tempo</a:t>
            </a:r>
            <a:endParaRPr lang="pt-B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t0 = {};     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{} para 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xmlns="" val="3049249971"/>
      </p:ext>
    </p:extLst>
  </p:cSld>
  <p:clrMapOvr>
    <a:masterClrMapping/>
  </p:clrMapOvr>
  <p:transition spd="slow">
    <p:cover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xit" presetSubtype="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11" grpId="0"/>
      <p:bldP spid="11" grpId="1"/>
      <p:bldP spid="1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53B85C7C-3300-AEBB-5559-FEA1501084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Conversões Implícitas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1BC5F04-87AD-5B3C-844A-56181D4E7BE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conversões automáticas</a:t>
            </a:r>
            <a:r>
              <a:rPr lang="pt-BR" dirty="0"/>
              <a:t> parecem legais</a:t>
            </a:r>
          </a:p>
          <a:p>
            <a:pPr lvl="1"/>
            <a:r>
              <a:rPr lang="pt-BR" dirty="0"/>
              <a:t>Mas nem sempre são desejadas</a:t>
            </a:r>
          </a:p>
          <a:p>
            <a:pPr lvl="1"/>
            <a:r>
              <a:rPr lang="pt-BR" dirty="0"/>
              <a:t>É possível </a:t>
            </a:r>
            <a:r>
              <a:rPr lang="pt-BR" dirty="0">
                <a:solidFill>
                  <a:schemeClr val="accent3"/>
                </a:solidFill>
              </a:rPr>
              <a:t>desligar conversões implícitas</a:t>
            </a:r>
          </a:p>
        </p:txBody>
      </p:sp>
      <p:grpSp>
        <p:nvGrpSpPr>
          <p:cNvPr id="9" name="Agrupar 8">
            <a:extLst>
              <a:ext uri="{FF2B5EF4-FFF2-40B4-BE49-F238E27FC236}">
                <a16:creationId xmlns:a16="http://schemas.microsoft.com/office/drawing/2014/main" xmlns="" id="{7A601BB7-674E-E818-03E5-519DD0BC77B0}"/>
              </a:ext>
            </a:extLst>
          </p:cNvPr>
          <p:cNvGrpSpPr/>
          <p:nvPr/>
        </p:nvGrpSpPr>
        <p:grpSpPr>
          <a:xfrm>
            <a:off x="2030414" y="3429000"/>
            <a:ext cx="8412207" cy="3293209"/>
            <a:chOff x="2030414" y="3429000"/>
            <a:chExt cx="8412207" cy="3293209"/>
          </a:xfrm>
        </p:grpSpPr>
        <p:grpSp>
          <p:nvGrpSpPr>
            <p:cNvPr id="4" name="Agrupar 3">
              <a:extLst>
                <a:ext uri="{FF2B5EF4-FFF2-40B4-BE49-F238E27FC236}">
                  <a16:creationId xmlns:a16="http://schemas.microsoft.com/office/drawing/2014/main" xmlns="" id="{4725953E-B717-2A10-A6FD-3747286EC4FF}"/>
                </a:ext>
              </a:extLst>
            </p:cNvPr>
            <p:cNvGrpSpPr/>
            <p:nvPr/>
          </p:nvGrpSpPr>
          <p:grpSpPr>
            <a:xfrm>
              <a:off x="2030414" y="3429000"/>
              <a:ext cx="3730802" cy="3293209"/>
              <a:chOff x="2030414" y="3429000"/>
              <a:chExt cx="3730802" cy="3293209"/>
            </a:xfrm>
          </p:grpSpPr>
          <p:sp>
            <p:nvSpPr>
              <p:cNvPr id="8" name="Retângulo Arredondado 19">
                <a:extLst>
                  <a:ext uri="{FF2B5EF4-FFF2-40B4-BE49-F238E27FC236}">
                    <a16:creationId xmlns:a16="http://schemas.microsoft.com/office/drawing/2014/main" xmlns="" id="{9A0DC6CC-7018-33BB-425D-F4D755083B1F}"/>
                  </a:ext>
                </a:extLst>
              </p:cNvPr>
              <p:cNvSpPr/>
              <p:nvPr/>
            </p:nvSpPr>
            <p:spPr>
              <a:xfrm>
                <a:off x="2381901" y="5365676"/>
                <a:ext cx="1021451" cy="358267"/>
              </a:xfrm>
              <a:prstGeom prst="roundRect">
                <a:avLst>
                  <a:gd name="adj" fmla="val 11816"/>
                </a:avLst>
              </a:prstGeom>
              <a:solidFill>
                <a:schemeClr val="accent6">
                  <a:lumMod val="50000"/>
                  <a:alpha val="50000"/>
                </a:schemeClr>
              </a:solidFill>
              <a:ln w="19050">
                <a:noFill/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5" name="CaixaDeTexto 4">
                <a:extLst>
                  <a:ext uri="{FF2B5EF4-FFF2-40B4-BE49-F238E27FC236}">
                    <a16:creationId xmlns:a16="http://schemas.microsoft.com/office/drawing/2014/main" xmlns="" id="{C93DCE88-531F-65B5-1E2E-4EEC423E652D}"/>
                  </a:ext>
                </a:extLst>
              </p:cNvPr>
              <p:cNvSpPr txBox="1"/>
              <p:nvPr/>
            </p:nvSpPr>
            <p:spPr>
              <a:xfrm>
                <a:off x="2030414" y="3429000"/>
                <a:ext cx="3500592" cy="3293209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600" dirty="0" err="1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class</a:t>
                </a:r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pt-BR" sz="16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Tempo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{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private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:</a:t>
                </a:r>
              </a:p>
              <a:p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int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horas;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minutos;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endParaRPr lang="pt-BR" sz="1600" dirty="0">
                  <a:solidFill>
                    <a:schemeClr val="bg1">
                      <a:lumMod val="75000"/>
                      <a:lumOff val="2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pt-BR" sz="1600" dirty="0" err="1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public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: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endParaRPr lang="pt-BR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explicit </a:t>
                </a:r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Tempo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h = </a:t>
                </a:r>
                <a:r>
                  <a:rPr lang="pt-BR" sz="16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               </a:t>
                </a:r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m = </a:t>
                </a:r>
                <a:r>
                  <a:rPr lang="pt-BR" sz="16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0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);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/>
                </a:r>
                <a:br>
                  <a:rPr lang="pt-BR" sz="1600" dirty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...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};</a:t>
                </a:r>
              </a:p>
            </p:txBody>
          </p:sp>
          <p:cxnSp>
            <p:nvCxnSpPr>
              <p:cNvPr id="6" name="Conector reto 5">
                <a:extLst>
                  <a:ext uri="{FF2B5EF4-FFF2-40B4-BE49-F238E27FC236}">
                    <a16:creationId xmlns:a16="http://schemas.microsoft.com/office/drawing/2014/main" xmlns="" id="{F9BB5C9B-E63D-CA92-F844-AE9D6323C52E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5761216" y="3610995"/>
                <a:ext cx="0" cy="2382843"/>
              </a:xfrm>
              <a:prstGeom prst="line">
                <a:avLst/>
              </a:prstGeom>
              <a:ln w="12700">
                <a:solidFill>
                  <a:schemeClr val="accent6"/>
                </a:solidFill>
                <a:prstDash val="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4" name="Agrupar 13">
              <a:extLst>
                <a:ext uri="{FF2B5EF4-FFF2-40B4-BE49-F238E27FC236}">
                  <a16:creationId xmlns:a16="http://schemas.microsoft.com/office/drawing/2014/main" xmlns="" id="{3976C43A-525A-028E-8789-3272FDD02FB5}"/>
                </a:ext>
              </a:extLst>
            </p:cNvPr>
            <p:cNvGrpSpPr/>
            <p:nvPr/>
          </p:nvGrpSpPr>
          <p:grpSpPr>
            <a:xfrm>
              <a:off x="6213460" y="3771365"/>
              <a:ext cx="4229161" cy="2062103"/>
              <a:chOff x="6600903" y="3418964"/>
              <a:chExt cx="4229161" cy="2062103"/>
            </a:xfrm>
          </p:grpSpPr>
          <p:sp>
            <p:nvSpPr>
              <p:cNvPr id="7" name="CaixaDeTexto 6">
                <a:extLst>
                  <a:ext uri="{FF2B5EF4-FFF2-40B4-BE49-F238E27FC236}">
                    <a16:creationId xmlns:a16="http://schemas.microsoft.com/office/drawing/2014/main" xmlns="" id="{73040101-EBC1-38E3-B581-1D88F13820F9}"/>
                  </a:ext>
                </a:extLst>
              </p:cNvPr>
              <p:cNvSpPr txBox="1"/>
              <p:nvPr/>
            </p:nvSpPr>
            <p:spPr>
              <a:xfrm>
                <a:off x="6600903" y="3418964"/>
                <a:ext cx="4229161" cy="2062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pt-BR" sz="16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() 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{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pt-BR" sz="16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Tempo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t1, t2, t3;</a:t>
                </a:r>
              </a:p>
              <a:p>
                <a:r>
                  <a:rPr lang="pt-BR" sz="16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t1 = </a:t>
                </a:r>
                <a:r>
                  <a:rPr lang="pt-BR" sz="16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Tempo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</a:t>
                </a:r>
                <a:r>
                  <a:rPr lang="pt-BR" sz="16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);       </a:t>
                </a:r>
                <a:r>
                  <a:rPr lang="pt-BR" sz="1600" dirty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// explícita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t2 = (</a:t>
                </a:r>
                <a:r>
                  <a:rPr lang="pt-BR" sz="16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Tempo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) </a:t>
                </a:r>
                <a:r>
                  <a:rPr lang="pt-BR" sz="16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;      </a:t>
                </a:r>
                <a:r>
                  <a:rPr lang="pt-BR" sz="1600" dirty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// explícita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t3 = </a:t>
                </a:r>
                <a:r>
                  <a:rPr lang="pt-BR" sz="16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;              </a:t>
                </a:r>
                <a:r>
                  <a:rPr lang="pt-BR" sz="1600" dirty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// implícita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</a:p>
            </p:txBody>
          </p:sp>
          <p:pic>
            <p:nvPicPr>
              <p:cNvPr id="10" name="Gráfico 9" descr="Fechar com preenchimento sólido">
                <a:extLst>
                  <a:ext uri="{FF2B5EF4-FFF2-40B4-BE49-F238E27FC236}">
                    <a16:creationId xmlns:a16="http://schemas.microsoft.com/office/drawing/2014/main" xmlns="" id="{BCEA38D8-6B59-1BAE-E826-36038E6DE3C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3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  <a:ext uri="{96DAC541-7B7A-43D3-8B79-37D633B846F1}">
                    <asvg:svgBlip xmlns:asvg="http://schemas.microsoft.com/office/drawing/2016/SVG/main" xmlns="" r:embed="rId4"/>
                  </a:ext>
                </a:extLst>
              </a:blip>
              <a:stretch>
                <a:fillRect/>
              </a:stretch>
            </p:blipFill>
            <p:spPr>
              <a:xfrm>
                <a:off x="8920911" y="4970629"/>
                <a:ext cx="175352" cy="175350"/>
              </a:xfrm>
              <a:prstGeom prst="rect">
                <a:avLst/>
              </a:prstGeom>
            </p:spPr>
          </p:pic>
          <p:pic>
            <p:nvPicPr>
              <p:cNvPr id="11" name="Gráfico 10" descr="Marca de seleção com preenchimento sólido">
                <a:extLst>
                  <a:ext uri="{FF2B5EF4-FFF2-40B4-BE49-F238E27FC236}">
                    <a16:creationId xmlns:a16="http://schemas.microsoft.com/office/drawing/2014/main" xmlns="" id="{47A2398F-A001-C6DA-CD8C-DC45186CBEC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p:blipFill>
            <p:spPr>
              <a:xfrm>
                <a:off x="8920911" y="4506632"/>
                <a:ext cx="175352" cy="175352"/>
              </a:xfrm>
              <a:prstGeom prst="rect">
                <a:avLst/>
              </a:prstGeom>
            </p:spPr>
          </p:pic>
          <p:pic>
            <p:nvPicPr>
              <p:cNvPr id="12" name="Gráfico 11" descr="Marca de seleção com preenchimento sólido">
                <a:extLst>
                  <a:ext uri="{FF2B5EF4-FFF2-40B4-BE49-F238E27FC236}">
                    <a16:creationId xmlns:a16="http://schemas.microsoft.com/office/drawing/2014/main" xmlns="" id="{7AED1EEA-2E1D-9E6C-07FD-6889BF7A84EC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5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  <a:ext uri="{96DAC541-7B7A-43D3-8B79-37D633B846F1}">
                    <asvg:svgBlip xmlns:asvg="http://schemas.microsoft.com/office/drawing/2016/SVG/main" xmlns="" r:embed="rId6"/>
                  </a:ext>
                </a:extLst>
              </a:blip>
              <a:stretch>
                <a:fillRect/>
              </a:stretch>
            </p:blipFill>
            <p:spPr>
              <a:xfrm>
                <a:off x="8920911" y="4738630"/>
                <a:ext cx="175352" cy="175352"/>
              </a:xfrm>
              <a:prstGeom prst="rect">
                <a:avLst/>
              </a:prstGeom>
            </p:spPr>
          </p:pic>
        </p:grpSp>
      </p:grpSp>
    </p:spTree>
    <p:extLst>
      <p:ext uri="{BB962C8B-B14F-4D97-AF65-F5344CB8AC3E}">
        <p14:creationId xmlns:p14="http://schemas.microsoft.com/office/powerpoint/2010/main" xmlns="" val="3708629532"/>
      </p:ext>
    </p:extLst>
  </p:cSld>
  <p:clrMapOvr>
    <a:masterClrMapping/>
  </p:clrMapOvr>
  <p:transition spd="slow">
    <p:cover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031E618-058A-FFDB-2DA4-247EBE3A3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Conversões Implícitas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7811E2D-1C9C-5B5C-194D-CE4B0A15B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BR" dirty="0"/>
              <a:t>Onde são feitas </a:t>
            </a:r>
            <a:r>
              <a:rPr lang="pt-BR" dirty="0">
                <a:solidFill>
                  <a:schemeClr val="accent3"/>
                </a:solidFill>
              </a:rPr>
              <a:t>conversões implícitas</a:t>
            </a:r>
            <a:r>
              <a:rPr lang="pt-BR" dirty="0"/>
              <a:t>?</a:t>
            </a:r>
          </a:p>
          <a:p>
            <a:pPr lvl="1"/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Inicialização</a:t>
            </a:r>
            <a:r>
              <a:rPr lang="pt-BR" dirty="0"/>
              <a:t> de objetos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Atribuição</a:t>
            </a:r>
            <a:r>
              <a:rPr lang="pt-BR" dirty="0"/>
              <a:t> para objetos</a:t>
            </a:r>
          </a:p>
        </p:txBody>
      </p:sp>
      <p:grpSp>
        <p:nvGrpSpPr>
          <p:cNvPr id="12" name="Agrupar 11">
            <a:extLst>
              <a:ext uri="{FF2B5EF4-FFF2-40B4-BE49-F238E27FC236}">
                <a16:creationId xmlns:a16="http://schemas.microsoft.com/office/drawing/2014/main" xmlns="" id="{DF4C7F07-955B-FAED-08F8-794018C22018}"/>
              </a:ext>
            </a:extLst>
          </p:cNvPr>
          <p:cNvGrpSpPr/>
          <p:nvPr/>
        </p:nvGrpSpPr>
        <p:grpSpPr>
          <a:xfrm>
            <a:off x="1995061" y="4867048"/>
            <a:ext cx="8947737" cy="1395474"/>
            <a:chOff x="1995061" y="4867048"/>
            <a:chExt cx="8947737" cy="1395474"/>
          </a:xfrm>
        </p:grpSpPr>
        <p:sp>
          <p:nvSpPr>
            <p:cNvPr id="11" name="Retângulo: Cantos Arredondados 10">
              <a:extLst>
                <a:ext uri="{FF2B5EF4-FFF2-40B4-BE49-F238E27FC236}">
                  <a16:creationId xmlns:a16="http://schemas.microsoft.com/office/drawing/2014/main" xmlns="" id="{526ED0C9-2D80-131E-5027-DA453EB0EDE6}"/>
                </a:ext>
              </a:extLst>
            </p:cNvPr>
            <p:cNvSpPr/>
            <p:nvPr/>
          </p:nvSpPr>
          <p:spPr>
            <a:xfrm>
              <a:off x="1995061" y="4867048"/>
              <a:ext cx="8947737" cy="1395474"/>
            </a:xfrm>
            <a:prstGeom prst="roundRect">
              <a:avLst>
                <a:gd name="adj" fmla="val 13139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29E051A6-BDDC-DC9B-99C5-C53663A7853C}"/>
                </a:ext>
              </a:extLst>
            </p:cNvPr>
            <p:cNvSpPr txBox="1"/>
            <p:nvPr/>
          </p:nvSpPr>
          <p:spPr>
            <a:xfrm>
              <a:off x="2106579" y="4897407"/>
              <a:ext cx="5632373" cy="132343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t0, t1, t2, t3;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t0 = {};             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{} para 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t1 = {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};          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{int} para Tempo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t2 = {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};      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{</a:t>
              </a:r>
              <a:r>
                <a:rPr lang="pt-BR" sz="1600" dirty="0" err="1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int,int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} para Tempo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t3 =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              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int para Tempo</a:t>
              </a:r>
            </a:p>
          </p:txBody>
        </p:sp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xmlns="" id="{CF226FB7-195F-9E8E-5391-BD73089A085B}"/>
                </a:ext>
              </a:extLst>
            </p:cNvPr>
            <p:cNvSpPr/>
            <p:nvPr/>
          </p:nvSpPr>
          <p:spPr>
            <a:xfrm>
              <a:off x="8342897" y="4897408"/>
              <a:ext cx="2555564" cy="1323438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Cria objetos </a:t>
              </a:r>
              <a:r>
                <a:rPr lang="pt-BR" b="1" dirty="0">
                  <a:solidFill>
                    <a:schemeClr val="accent3"/>
                  </a:solidFill>
                </a:rPr>
                <a:t>temporários</a:t>
              </a:r>
              <a:r>
                <a:rPr lang="pt-BR" dirty="0">
                  <a:solidFill>
                    <a:schemeClr val="tx1"/>
                  </a:solidFill>
                </a:rPr>
                <a:t> e depois realiza cópia dos atributos.</a:t>
              </a:r>
            </a:p>
          </p:txBody>
        </p:sp>
      </p:grpSp>
      <p:grpSp>
        <p:nvGrpSpPr>
          <p:cNvPr id="13" name="Agrupar 12">
            <a:extLst>
              <a:ext uri="{FF2B5EF4-FFF2-40B4-BE49-F238E27FC236}">
                <a16:creationId xmlns:a16="http://schemas.microsoft.com/office/drawing/2014/main" xmlns="" id="{8B84D01D-7CE9-4A2C-E42F-FE109A021719}"/>
              </a:ext>
            </a:extLst>
          </p:cNvPr>
          <p:cNvGrpSpPr/>
          <p:nvPr/>
        </p:nvGrpSpPr>
        <p:grpSpPr>
          <a:xfrm>
            <a:off x="1993843" y="2939461"/>
            <a:ext cx="8947737" cy="1137940"/>
            <a:chOff x="1993843" y="2939461"/>
            <a:chExt cx="8947737" cy="1137940"/>
          </a:xfrm>
        </p:grpSpPr>
        <p:sp>
          <p:nvSpPr>
            <p:cNvPr id="9" name="Retângulo: Cantos Arredondados 8">
              <a:extLst>
                <a:ext uri="{FF2B5EF4-FFF2-40B4-BE49-F238E27FC236}">
                  <a16:creationId xmlns:a16="http://schemas.microsoft.com/office/drawing/2014/main" xmlns="" id="{A2EBD666-E7EF-B29F-28CB-D105B7461115}"/>
                </a:ext>
              </a:extLst>
            </p:cNvPr>
            <p:cNvSpPr/>
            <p:nvPr/>
          </p:nvSpPr>
          <p:spPr>
            <a:xfrm>
              <a:off x="1993843" y="2939461"/>
              <a:ext cx="8947737" cy="1137940"/>
            </a:xfrm>
            <a:prstGeom prst="roundRect">
              <a:avLst>
                <a:gd name="adj" fmla="val 13139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2676B88A-0510-326E-3621-D5CFA18B7DFE}"/>
                </a:ext>
              </a:extLst>
            </p:cNvPr>
            <p:cNvSpPr txBox="1"/>
            <p:nvPr/>
          </p:nvSpPr>
          <p:spPr>
            <a:xfrm>
              <a:off x="2106579" y="2979600"/>
              <a:ext cx="5632372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t0 = {};       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{} para 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</a:t>
              </a:r>
            </a:p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t1 = {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5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};    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{int} para Tempo</a:t>
              </a:r>
              <a:endParaRPr lang="pt-B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t2 = {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};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{</a:t>
              </a:r>
              <a:r>
                <a:rPr lang="pt-BR" sz="1600" dirty="0" err="1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int,int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} para Tempo</a:t>
              </a:r>
            </a:p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t3 =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        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int para Tempo</a:t>
              </a: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xmlns="" id="{646476C5-F748-FF1E-A5DD-0628B98755B8}"/>
                </a:ext>
              </a:extLst>
            </p:cNvPr>
            <p:cNvSpPr/>
            <p:nvPr/>
          </p:nvSpPr>
          <p:spPr>
            <a:xfrm>
              <a:off x="8342897" y="2969822"/>
              <a:ext cx="2555564" cy="1077218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/>
                <a:t>Objetos</a:t>
              </a:r>
              <a:r>
                <a:rPr lang="pt-BR" dirty="0"/>
                <a:t> já </a:t>
              </a:r>
              <a:r>
                <a:rPr lang="pt-BR" dirty="0">
                  <a:solidFill>
                    <a:schemeClr val="accent3"/>
                  </a:solidFill>
                </a:rPr>
                <a:t>são criados com os valores</a:t>
              </a:r>
              <a:r>
                <a:rPr lang="pt-BR" dirty="0"/>
                <a:t> da inicialização.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454500425"/>
      </p:ext>
    </p:extLst>
  </p:cSld>
  <p:clrMapOvr>
    <a:masterClrMapping/>
  </p:clrMapOvr>
  <p:transition spd="slow">
    <p:cover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7811E2D-1C9C-5B5C-194D-CE4B0A15B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600"/>
              </a:spcAft>
            </a:pPr>
            <a:r>
              <a:rPr lang="pt-BR" dirty="0"/>
              <a:t>Onde são feitas </a:t>
            </a:r>
            <a:r>
              <a:rPr lang="pt-BR" dirty="0">
                <a:solidFill>
                  <a:schemeClr val="accent3"/>
                </a:solidFill>
              </a:rPr>
              <a:t>conversões implícitas</a:t>
            </a:r>
            <a:r>
              <a:rPr lang="pt-BR" dirty="0"/>
              <a:t>?</a:t>
            </a:r>
          </a:p>
          <a:p>
            <a:pPr lvl="1"/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Chamada</a:t>
            </a:r>
            <a:r>
              <a:rPr lang="pt-BR" dirty="0"/>
              <a:t> de função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Retorno</a:t>
            </a:r>
            <a:r>
              <a:rPr lang="pt-BR" dirty="0"/>
              <a:t> de função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031E618-058A-FFDB-2DA4-247EBE3A3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Conversões Implícitas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xmlns="" id="{F6EBCC45-062C-3489-62A1-FAE12F41623E}"/>
              </a:ext>
            </a:extLst>
          </p:cNvPr>
          <p:cNvGrpSpPr/>
          <p:nvPr/>
        </p:nvGrpSpPr>
        <p:grpSpPr>
          <a:xfrm>
            <a:off x="1995061" y="2992342"/>
            <a:ext cx="8842111" cy="3109244"/>
            <a:chOff x="1995061" y="2992342"/>
            <a:chExt cx="8842111" cy="3109244"/>
          </a:xfrm>
        </p:grpSpPr>
        <p:sp>
          <p:nvSpPr>
            <p:cNvPr id="34" name="Retângulo: Cantos Arredondados 33">
              <a:extLst>
                <a:ext uri="{FF2B5EF4-FFF2-40B4-BE49-F238E27FC236}">
                  <a16:creationId xmlns:a16="http://schemas.microsoft.com/office/drawing/2014/main" xmlns="" id="{6508251A-5AEE-A463-0070-103F45BDBAEF}"/>
                </a:ext>
              </a:extLst>
            </p:cNvPr>
            <p:cNvSpPr/>
            <p:nvPr/>
          </p:nvSpPr>
          <p:spPr>
            <a:xfrm>
              <a:off x="1995061" y="4948238"/>
              <a:ext cx="4786739" cy="1153348"/>
            </a:xfrm>
            <a:prstGeom prst="roundRect">
              <a:avLst>
                <a:gd name="adj" fmla="val 13139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Retângulo: Cantos Arredondados 34">
              <a:extLst>
                <a:ext uri="{FF2B5EF4-FFF2-40B4-BE49-F238E27FC236}">
                  <a16:creationId xmlns:a16="http://schemas.microsoft.com/office/drawing/2014/main" xmlns="" id="{A747342B-1275-78C8-CE8D-AB4119D2D48E}"/>
                </a:ext>
              </a:extLst>
            </p:cNvPr>
            <p:cNvSpPr/>
            <p:nvPr/>
          </p:nvSpPr>
          <p:spPr>
            <a:xfrm>
              <a:off x="1995061" y="2992342"/>
              <a:ext cx="4786739" cy="1186302"/>
            </a:xfrm>
            <a:prstGeom prst="roundRect">
              <a:avLst>
                <a:gd name="adj" fmla="val 13139"/>
              </a:avLst>
            </a:prstGeom>
            <a:solidFill>
              <a:schemeClr val="accent6">
                <a:lumMod val="50000"/>
                <a:alpha val="50000"/>
              </a:schemeClr>
            </a:solidFill>
            <a:ln>
              <a:noFill/>
            </a:ln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CAB453B6-6128-A8FB-26FA-469E788D5715}"/>
                </a:ext>
              </a:extLst>
            </p:cNvPr>
            <p:cNvSpPr txBox="1"/>
            <p:nvPr/>
          </p:nvSpPr>
          <p:spPr>
            <a:xfrm>
              <a:off x="2109307" y="2992342"/>
              <a:ext cx="2841594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protótipo da função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t);</a:t>
              </a:r>
            </a:p>
            <a:p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  <a:endPara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);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B05FF790-F99F-05D5-8B9B-A8AA90CA4642}"/>
                </a:ext>
              </a:extLst>
            </p:cNvPr>
            <p:cNvSpPr txBox="1"/>
            <p:nvPr/>
          </p:nvSpPr>
          <p:spPr>
            <a:xfrm>
              <a:off x="2109307" y="4991892"/>
              <a:ext cx="4205476" cy="1077218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SomarHoras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) {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a soma é um inteiro</a:t>
              </a: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return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.horas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+ </a:t>
              </a:r>
              <a:r>
                <a:rPr lang="pt-BR" sz="16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.horas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 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  <p:sp>
          <p:nvSpPr>
            <p:cNvPr id="8" name="Retângulo: Cantos Arredondados 7">
              <a:extLst>
                <a:ext uri="{FF2B5EF4-FFF2-40B4-BE49-F238E27FC236}">
                  <a16:creationId xmlns:a16="http://schemas.microsoft.com/office/drawing/2014/main" xmlns="" id="{1244078E-DDEE-BF35-688A-FBAB39BE664B}"/>
                </a:ext>
              </a:extLst>
            </p:cNvPr>
            <p:cNvSpPr/>
            <p:nvPr/>
          </p:nvSpPr>
          <p:spPr>
            <a:xfrm>
              <a:off x="8074073" y="3958676"/>
              <a:ext cx="2763099" cy="1109235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b="1" dirty="0">
                  <a:solidFill>
                    <a:schemeClr val="tx1"/>
                  </a:solidFill>
                </a:rPr>
                <a:t>Objetos</a:t>
              </a:r>
              <a:r>
                <a:rPr lang="pt-BR" dirty="0">
                  <a:solidFill>
                    <a:schemeClr val="tx1"/>
                  </a:solidFill>
                </a:rPr>
                <a:t> </a:t>
              </a:r>
              <a:r>
                <a:rPr lang="pt-BR" dirty="0">
                  <a:solidFill>
                    <a:schemeClr val="accent3">
                      <a:lumMod val="75000"/>
                    </a:schemeClr>
                  </a:solidFill>
                </a:rPr>
                <a:t>temporários</a:t>
              </a:r>
              <a:r>
                <a:rPr lang="pt-BR" dirty="0">
                  <a:solidFill>
                    <a:schemeClr val="tx1"/>
                  </a:solidFill>
                </a:rPr>
                <a:t> são criados em </a:t>
              </a:r>
              <a:r>
                <a:rPr lang="pt-BR" dirty="0">
                  <a:solidFill>
                    <a:schemeClr val="accent3"/>
                  </a:solidFill>
                </a:rPr>
                <a:t>ambos os casos</a:t>
              </a:r>
              <a:r>
                <a:rPr lang="pt-BR" dirty="0">
                  <a:solidFill>
                    <a:schemeClr val="tx1"/>
                  </a:solidFill>
                </a:rPr>
                <a:t>.</a:t>
              </a:r>
            </a:p>
          </p:txBody>
        </p:sp>
        <p:cxnSp>
          <p:nvCxnSpPr>
            <p:cNvPr id="37" name="Conector: Angulado 36">
              <a:extLst>
                <a:ext uri="{FF2B5EF4-FFF2-40B4-BE49-F238E27FC236}">
                  <a16:creationId xmlns:a16="http://schemas.microsoft.com/office/drawing/2014/main" xmlns="" id="{2CF74CA6-6587-9324-8A5C-A93A39E22587}"/>
                </a:ext>
              </a:extLst>
            </p:cNvPr>
            <p:cNvCxnSpPr>
              <a:cxnSpLocks/>
              <a:stCxn id="8" idx="0"/>
              <a:endCxn id="35" idx="3"/>
            </p:cNvCxnSpPr>
            <p:nvPr/>
          </p:nvCxnSpPr>
          <p:spPr>
            <a:xfrm rot="16200000" flipV="1">
              <a:off x="7932121" y="2435173"/>
              <a:ext cx="373183" cy="2673823"/>
            </a:xfrm>
            <a:prstGeom prst="bentConnector2">
              <a:avLst/>
            </a:prstGeom>
            <a:ln w="28575">
              <a:solidFill>
                <a:schemeClr val="accent6">
                  <a:lumMod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Conector: Angulado 39">
              <a:extLst>
                <a:ext uri="{FF2B5EF4-FFF2-40B4-BE49-F238E27FC236}">
                  <a16:creationId xmlns:a16="http://schemas.microsoft.com/office/drawing/2014/main" xmlns="" id="{947ACB8A-FE65-6CC1-0DFF-7D60F62FB49C}"/>
                </a:ext>
              </a:extLst>
            </p:cNvPr>
            <p:cNvCxnSpPr>
              <a:cxnSpLocks/>
              <a:stCxn id="8" idx="2"/>
              <a:endCxn id="34" idx="3"/>
            </p:cNvCxnSpPr>
            <p:nvPr/>
          </p:nvCxnSpPr>
          <p:spPr>
            <a:xfrm rot="5400000">
              <a:off x="7890212" y="3959500"/>
              <a:ext cx="457001" cy="2673823"/>
            </a:xfrm>
            <a:prstGeom prst="bentConnector2">
              <a:avLst/>
            </a:prstGeom>
            <a:ln w="28575">
              <a:solidFill>
                <a:schemeClr val="accent6">
                  <a:lumMod val="50000"/>
                </a:schemeClr>
              </a:solidFill>
              <a:tailEnd type="oval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300012084"/>
      </p:ext>
    </p:extLst>
  </p:cSld>
  <p:clrMapOvr>
    <a:masterClrMapping/>
  </p:clrMapOvr>
  <p:transition spd="slow">
    <p:cover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57811E2D-1C9C-5B5C-194D-CE4B0A15B9E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pt-BR" dirty="0"/>
              <a:t>Onde são feitas </a:t>
            </a:r>
            <a:r>
              <a:rPr lang="pt-BR" dirty="0">
                <a:solidFill>
                  <a:schemeClr val="accent3"/>
                </a:solidFill>
              </a:rPr>
              <a:t>conversões implícitas</a:t>
            </a:r>
            <a:r>
              <a:rPr lang="pt-BR" dirty="0"/>
              <a:t>?</a:t>
            </a:r>
          </a:p>
          <a:p>
            <a:pPr lvl="1"/>
            <a:r>
              <a:rPr lang="pt-BR" dirty="0"/>
              <a:t>Em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qualquer das situações</a:t>
            </a:r>
            <a:r>
              <a:rPr lang="pt-BR" dirty="0"/>
              <a:t> anteriores</a:t>
            </a:r>
          </a:p>
          <a:p>
            <a:pPr lvl="2"/>
            <a:r>
              <a:rPr lang="pt-BR" dirty="0"/>
              <a:t>Se um tipo puder ser </a:t>
            </a:r>
            <a:r>
              <a:rPr lang="pt-BR" dirty="0">
                <a:solidFill>
                  <a:schemeClr val="accent3"/>
                </a:solidFill>
              </a:rPr>
              <a:t>convertido</a:t>
            </a:r>
            <a:r>
              <a:rPr lang="pt-BR" dirty="0"/>
              <a:t>, sem ambiguidade,</a:t>
            </a:r>
            <a:br>
              <a:rPr lang="pt-BR" dirty="0"/>
            </a:br>
            <a:r>
              <a:rPr lang="pt-BR" dirty="0"/>
              <a:t>para o tipo do </a:t>
            </a:r>
            <a:r>
              <a:rPr lang="pt-BR" dirty="0">
                <a:solidFill>
                  <a:schemeClr val="accent3"/>
                </a:solidFill>
              </a:rPr>
              <a:t>parâmetro do construtor</a:t>
            </a:r>
            <a:endParaRPr lang="pt-BR" dirty="0">
              <a:solidFill>
                <a:schemeClr val="accent3"/>
              </a:solidFill>
              <a:latin typeface="Consolas" panose="020B0609020204030204" pitchFamily="49" charset="0"/>
            </a:endParaRP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0031E618-058A-FFDB-2DA4-247EBE3A30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Conversões Implícitas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xmlns="" id="{30771FFA-FB11-6781-486F-82329BD70600}"/>
              </a:ext>
            </a:extLst>
          </p:cNvPr>
          <p:cNvGrpSpPr/>
          <p:nvPr/>
        </p:nvGrpSpPr>
        <p:grpSpPr>
          <a:xfrm>
            <a:off x="2457839" y="3842047"/>
            <a:ext cx="6963951" cy="2306072"/>
            <a:chOff x="2457839" y="3842047"/>
            <a:chExt cx="6963951" cy="2306072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BFBEB9C2-C590-5D8F-5741-9493489491F1}"/>
                </a:ext>
              </a:extLst>
            </p:cNvPr>
            <p:cNvSpPr txBox="1"/>
            <p:nvPr/>
          </p:nvSpPr>
          <p:spPr>
            <a:xfrm>
              <a:off x="2457839" y="3871699"/>
              <a:ext cx="2631578" cy="2246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inicialização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t1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1.5f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atribuição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t2;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t2 = 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2L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endParaRPr lang="pt-BR" sz="14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chamada de função</a:t>
              </a:r>
            </a:p>
            <a:p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void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t);</a:t>
              </a:r>
            </a:p>
            <a:p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Exibir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3.1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);</a:t>
              </a:r>
            </a:p>
          </p:txBody>
        </p:sp>
        <p:sp>
          <p:nvSpPr>
            <p:cNvPr id="10" name="CaixaDeTexto 9">
              <a:extLst>
                <a:ext uri="{FF2B5EF4-FFF2-40B4-BE49-F238E27FC236}">
                  <a16:creationId xmlns:a16="http://schemas.microsoft.com/office/drawing/2014/main" xmlns="" id="{4EC3D728-B572-CCCC-16E4-9678C468C731}"/>
                </a:ext>
              </a:extLst>
            </p:cNvPr>
            <p:cNvSpPr txBox="1"/>
            <p:nvPr/>
          </p:nvSpPr>
          <p:spPr>
            <a:xfrm>
              <a:off x="6327065" y="3871699"/>
              <a:ext cx="3094725" cy="224676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retorno de função</a:t>
              </a:r>
            </a:p>
            <a:p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SomarHoras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,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             </a:t>
              </a:r>
              <a:r>
                <a:rPr lang="pt-BR" sz="14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) 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short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resultado = </a:t>
              </a:r>
            </a:p>
            <a:p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    </a:t>
              </a:r>
              <a:r>
                <a:rPr lang="pt-BR" sz="14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a</a:t>
              </a:r>
              <a:r>
                <a:rPr lang="pt-BR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.horas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+ </a:t>
              </a:r>
            </a:p>
            <a:p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     </a:t>
              </a:r>
              <a:r>
                <a:rPr lang="pt-BR" sz="1400" dirty="0" err="1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b</a:t>
              </a:r>
              <a:r>
                <a:rPr lang="pt-BR" sz="14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.horas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4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4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return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400" dirty="0">
                  <a:solidFill>
                    <a:schemeClr val="tx1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resultado</a:t>
              </a:r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4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  <p:cxnSp>
          <p:nvCxnSpPr>
            <p:cNvPr id="12" name="Conector reto 11">
              <a:extLst>
                <a:ext uri="{FF2B5EF4-FFF2-40B4-BE49-F238E27FC236}">
                  <a16:creationId xmlns:a16="http://schemas.microsoft.com/office/drawing/2014/main" xmlns="" id="{C7CE479A-4B98-FE58-2BFE-44896C57233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466824" y="3842047"/>
              <a:ext cx="0" cy="2306072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3133219665"/>
      </p:ext>
    </p:extLst>
  </p:cSld>
  <p:clrMapOvr>
    <a:masterClrMapping/>
  </p:clrMapOvr>
  <p:transition spd="slow">
    <p:cover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8CE9D1FB-90D9-0D24-9AA8-C295F42D7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de Conversão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3A7B5D63-9068-36B3-63A9-9265E9ACAA3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Convertemos</a:t>
            </a:r>
            <a:r>
              <a:rPr lang="pt-BR" dirty="0"/>
              <a:t> </a:t>
            </a:r>
            <a:r>
              <a:rPr lang="pt-BR" dirty="0">
                <a:solidFill>
                  <a:schemeClr val="accent3"/>
                </a:solidFill>
              </a:rPr>
              <a:t>inteiros para Tempo</a:t>
            </a:r>
            <a:r>
              <a:rPr lang="pt-BR" dirty="0"/>
              <a:t> </a:t>
            </a:r>
          </a:p>
          <a:p>
            <a:pPr lvl="1"/>
            <a:r>
              <a:rPr lang="pt-BR" dirty="0"/>
              <a:t>É possível fazer 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contrário</a:t>
            </a:r>
            <a:r>
              <a:rPr lang="pt-BR" dirty="0"/>
              <a:t>?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839B48E7-1DAA-ED67-0D91-C01BFF41C7EF}"/>
              </a:ext>
            </a:extLst>
          </p:cNvPr>
          <p:cNvSpPr txBox="1"/>
          <p:nvPr/>
        </p:nvSpPr>
        <p:spPr>
          <a:xfrm>
            <a:off x="2020711" y="3037588"/>
            <a:ext cx="4500522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ida {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};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volta {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30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};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horas = ida;   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2 horas</a:t>
            </a:r>
            <a:endParaRPr lang="pt-B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valor = volta;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2.5 horas</a:t>
            </a:r>
          </a:p>
        </p:txBody>
      </p:sp>
      <p:grpSp>
        <p:nvGrpSpPr>
          <p:cNvPr id="5" name="Agrupar 4">
            <a:extLst>
              <a:ext uri="{FF2B5EF4-FFF2-40B4-BE49-F238E27FC236}">
                <a16:creationId xmlns:a16="http://schemas.microsoft.com/office/drawing/2014/main" xmlns="" id="{28B3A324-0823-2926-93A5-2FC29BE1312D}"/>
              </a:ext>
            </a:extLst>
          </p:cNvPr>
          <p:cNvGrpSpPr/>
          <p:nvPr/>
        </p:nvGrpSpPr>
        <p:grpSpPr>
          <a:xfrm>
            <a:off x="3994368" y="4548797"/>
            <a:ext cx="4614373" cy="1403535"/>
            <a:chOff x="3994368" y="4548797"/>
            <a:chExt cx="4614373" cy="1403535"/>
          </a:xfrm>
        </p:grpSpPr>
        <p:pic>
          <p:nvPicPr>
            <p:cNvPr id="6" name="Gráfico 5" descr="Seta: Curva no sentido anti-horário com preenchimento sólido">
              <a:extLst>
                <a:ext uri="{FF2B5EF4-FFF2-40B4-BE49-F238E27FC236}">
                  <a16:creationId xmlns:a16="http://schemas.microsoft.com/office/drawing/2014/main" xmlns="" id="{F92E26B4-767A-48B0-5F85-8DDBF448A7A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3"/>
                </a:ext>
              </a:extLst>
            </a:blip>
            <a:stretch>
              <a:fillRect/>
            </a:stretch>
          </p:blipFill>
          <p:spPr>
            <a:xfrm rot="7857493">
              <a:off x="3994368" y="4548797"/>
              <a:ext cx="914400" cy="914400"/>
            </a:xfrm>
            <a:prstGeom prst="rect">
              <a:avLst/>
            </a:prstGeom>
          </p:spPr>
        </p:pic>
        <p:sp>
          <p:nvSpPr>
            <p:cNvPr id="7" name="Retângulo: Cantos Arredondados 6">
              <a:extLst>
                <a:ext uri="{FF2B5EF4-FFF2-40B4-BE49-F238E27FC236}">
                  <a16:creationId xmlns:a16="http://schemas.microsoft.com/office/drawing/2014/main" xmlns="" id="{C8556338-C7AC-7AC2-C250-652562FEA6EE}"/>
                </a:ext>
              </a:extLst>
            </p:cNvPr>
            <p:cNvSpPr/>
            <p:nvPr/>
          </p:nvSpPr>
          <p:spPr>
            <a:xfrm>
              <a:off x="5402240" y="4843097"/>
              <a:ext cx="3206501" cy="1109235"/>
            </a:xfrm>
            <a:prstGeom prst="roundRect">
              <a:avLst>
                <a:gd name="adj" fmla="val 10390"/>
              </a:avLst>
            </a:prstGeom>
            <a:solidFill>
              <a:schemeClr val="accent6">
                <a:lumMod val="50000"/>
                <a:alpha val="30000"/>
              </a:schemeClr>
            </a:solidFill>
            <a:ln>
              <a:solidFill>
                <a:schemeClr val="accent6">
                  <a:lumMod val="75000"/>
                </a:schemeClr>
              </a:solidFill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>
                  <a:solidFill>
                    <a:schemeClr val="tx1"/>
                  </a:solidFill>
                </a:rPr>
                <a:t>É possível através de uma </a:t>
              </a:r>
              <a:r>
                <a:rPr lang="pt-BR" dirty="0">
                  <a:solidFill>
                    <a:schemeClr val="accent3"/>
                  </a:solidFill>
                </a:rPr>
                <a:t>função de conversão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3010809026"/>
      </p:ext>
    </p:extLst>
  </p:cSld>
  <p:clrMapOvr>
    <a:masterClrMapping/>
  </p:clrMapOvr>
  <p:transition spd="slow">
    <p:cover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71C84E78-7BEC-A314-5E2A-4A653D8653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de Conversão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8CC58F7-C757-1A9B-B31A-13BABD2192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As </a:t>
            </a:r>
            <a:r>
              <a:rPr lang="pt-BR" b="1" dirty="0"/>
              <a:t>funções de conversão</a:t>
            </a:r>
            <a:r>
              <a:rPr lang="pt-BR" dirty="0"/>
              <a:t> agem como um 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</a:rPr>
              <a:t>type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 </a:t>
            </a:r>
            <a:r>
              <a:rPr lang="pt-BR" dirty="0" err="1">
                <a:solidFill>
                  <a:schemeClr val="accent3">
                    <a:lumMod val="75000"/>
                  </a:schemeClr>
                </a:solidFill>
              </a:rPr>
              <a:t>cast</a:t>
            </a:r>
            <a:endParaRPr lang="pt-BR" dirty="0">
              <a:solidFill>
                <a:schemeClr val="accent3"/>
              </a:solidFill>
            </a:endParaRPr>
          </a:p>
          <a:p>
            <a:pPr lvl="1"/>
            <a:r>
              <a:rPr lang="pt-BR" dirty="0"/>
              <a:t>Uma conversão de </a:t>
            </a:r>
            <a:r>
              <a:rPr lang="pt-BR" dirty="0">
                <a:solidFill>
                  <a:schemeClr val="accent3"/>
                </a:solidFill>
              </a:rPr>
              <a:t>Tempo</a:t>
            </a:r>
            <a:r>
              <a:rPr lang="pt-BR" dirty="0"/>
              <a:t> para </a:t>
            </a:r>
            <a:r>
              <a:rPr lang="pt-BR" dirty="0">
                <a:solidFill>
                  <a:schemeClr val="accent3"/>
                </a:solidFill>
              </a:rPr>
              <a:t>double</a:t>
            </a:r>
            <a:r>
              <a:rPr lang="pt-BR" dirty="0"/>
              <a:t> permite: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A8CFC602-06D3-0D07-DDF7-FA6B9BDDB7AC}"/>
              </a:ext>
            </a:extLst>
          </p:cNvPr>
          <p:cNvSpPr txBox="1"/>
          <p:nvPr/>
        </p:nvSpPr>
        <p:spPr>
          <a:xfrm>
            <a:off x="2020710" y="3037588"/>
            <a:ext cx="6646017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trecho1 {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};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trecho2 {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2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50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};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viagem;</a:t>
            </a:r>
          </a:p>
          <a:p>
            <a:endParaRPr lang="pt-B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viagem = trecho1 + trecho2;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conversão explícita</a:t>
            </a:r>
            <a:b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parcial =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(trecho1);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sintaxe do C++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total = (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) viagem;  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sintaxe do C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endParaRPr lang="pt-BR" sz="1600" dirty="0"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conversão implícita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maior = trecho2;</a:t>
            </a:r>
            <a:endParaRPr lang="pt-BR" sz="16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62768180"/>
      </p:ext>
    </p:extLst>
  </p:cSld>
  <p:clrMapOvr>
    <a:masterClrMapping/>
  </p:clrMapOvr>
  <p:transition spd="slow">
    <p:cover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8F72E3C-8DCA-1738-4B33-7445DC50A1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de Conversão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772BB95C-C94B-C01F-AEF4-D5B09BEE4F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Como criar </a:t>
            </a:r>
            <a:r>
              <a:rPr lang="pt-BR" dirty="0">
                <a:solidFill>
                  <a:schemeClr val="accent3"/>
                </a:solidFill>
              </a:rPr>
              <a:t>funções de conversão</a:t>
            </a:r>
            <a:r>
              <a:rPr lang="pt-BR" dirty="0"/>
              <a:t>?</a:t>
            </a:r>
          </a:p>
          <a:p>
            <a:pPr lvl="1"/>
            <a:r>
              <a:rPr lang="pt-BR" dirty="0"/>
              <a:t>Usando o seguinte padrão</a:t>
            </a:r>
          </a:p>
          <a:p>
            <a:pPr lvl="1"/>
            <a:endParaRPr lang="pt-BR" dirty="0"/>
          </a:p>
          <a:p>
            <a:pPr lvl="1"/>
            <a:endParaRPr lang="pt-BR" dirty="0"/>
          </a:p>
          <a:p>
            <a:pPr lvl="1"/>
            <a:r>
              <a:rPr lang="pt-BR" dirty="0"/>
              <a:t>E obedecendo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as regras</a:t>
            </a:r>
            <a:r>
              <a:rPr lang="pt-BR" dirty="0"/>
              <a:t>:</a:t>
            </a:r>
          </a:p>
          <a:p>
            <a:pPr lvl="2"/>
            <a:r>
              <a:rPr lang="pt-BR" dirty="0"/>
              <a:t>Deve ser um método da classe</a:t>
            </a:r>
          </a:p>
          <a:p>
            <a:pPr lvl="2"/>
            <a:r>
              <a:rPr lang="pt-BR" dirty="0"/>
              <a:t>Não deve ter tipo de retorno</a:t>
            </a:r>
          </a:p>
          <a:p>
            <a:pPr lvl="2"/>
            <a:r>
              <a:rPr lang="pt-BR" dirty="0"/>
              <a:t>Não deve ter parâmetros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1BD25ADD-F076-17AE-8A8F-15BB55B21697}"/>
              </a:ext>
            </a:extLst>
          </p:cNvPr>
          <p:cNvSpPr txBox="1"/>
          <p:nvPr/>
        </p:nvSpPr>
        <p:spPr>
          <a:xfrm>
            <a:off x="2145604" y="2994098"/>
            <a:ext cx="28947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20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tipo</a:t>
            </a:r>
            <a:r>
              <a:rPr lang="pt-BR" sz="20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  <a:endParaRPr lang="pt-BR" sz="2000" dirty="0">
              <a:solidFill>
                <a:schemeClr val="bg1">
                  <a:lumMod val="50000"/>
                  <a:lumOff val="50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</p:txBody>
      </p:sp>
      <p:cxnSp>
        <p:nvCxnSpPr>
          <p:cNvPr id="5" name="Conector reto 4">
            <a:extLst>
              <a:ext uri="{FF2B5EF4-FFF2-40B4-BE49-F238E27FC236}">
                <a16:creationId xmlns:a16="http://schemas.microsoft.com/office/drawing/2014/main" xmlns="" id="{EC8077C3-CBEA-DFF1-D368-E826D3CF1EDF}"/>
              </a:ext>
            </a:extLst>
          </p:cNvPr>
          <p:cNvCxnSpPr>
            <a:cxnSpLocks/>
          </p:cNvCxnSpPr>
          <p:nvPr/>
        </p:nvCxnSpPr>
        <p:spPr>
          <a:xfrm flipV="1">
            <a:off x="7255726" y="4277608"/>
            <a:ext cx="0" cy="869795"/>
          </a:xfrm>
          <a:prstGeom prst="line">
            <a:avLst/>
          </a:prstGeom>
          <a:ln w="12700">
            <a:solidFill>
              <a:schemeClr val="accent6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40D0FDC7-3C91-84A0-2F96-63525D5BC7E3}"/>
              </a:ext>
            </a:extLst>
          </p:cNvPr>
          <p:cNvSpPr txBox="1"/>
          <p:nvPr/>
        </p:nvSpPr>
        <p:spPr>
          <a:xfrm>
            <a:off x="7588778" y="4277608"/>
            <a:ext cx="311274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funções de conversão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/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  <a:p>
            <a:r>
              <a:rPr lang="pt-BR" sz="16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();</a:t>
            </a:r>
          </a:p>
        </p:txBody>
      </p:sp>
      <p:sp>
        <p:nvSpPr>
          <p:cNvPr id="7" name="Retângulo: Cantos Arredondados 6">
            <a:extLst>
              <a:ext uri="{FF2B5EF4-FFF2-40B4-BE49-F238E27FC236}">
                <a16:creationId xmlns:a16="http://schemas.microsoft.com/office/drawing/2014/main" xmlns="" id="{74ACC293-AFBB-630E-7255-A2140F635DFA}"/>
              </a:ext>
            </a:extLst>
          </p:cNvPr>
          <p:cNvSpPr/>
          <p:nvPr/>
        </p:nvSpPr>
        <p:spPr>
          <a:xfrm>
            <a:off x="7151650" y="2956188"/>
            <a:ext cx="3375339" cy="1109235"/>
          </a:xfrm>
          <a:prstGeom prst="roundRect">
            <a:avLst>
              <a:gd name="adj" fmla="val 10390"/>
            </a:avLst>
          </a:prstGeom>
          <a:solidFill>
            <a:schemeClr val="accent6">
              <a:lumMod val="50000"/>
              <a:alpha val="30000"/>
            </a:schemeClr>
          </a:solidFill>
          <a:ln>
            <a:solidFill>
              <a:schemeClr val="accent6">
                <a:lumMod val="75000"/>
              </a:schemeClr>
            </a:solidFill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>
                <a:solidFill>
                  <a:schemeClr val="tx1"/>
                </a:solidFill>
              </a:rPr>
              <a:t>A </a:t>
            </a:r>
            <a:r>
              <a:rPr lang="pt-BR" b="1" dirty="0">
                <a:solidFill>
                  <a:schemeClr val="tx1"/>
                </a:solidFill>
              </a:rPr>
              <a:t>classe</a:t>
            </a:r>
            <a:r>
              <a:rPr lang="pt-BR" dirty="0">
                <a:solidFill>
                  <a:schemeClr val="tx1"/>
                </a:solidFill>
              </a:rPr>
              <a:t> define o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tipo de origem</a:t>
            </a:r>
            <a:r>
              <a:rPr lang="pt-BR" dirty="0">
                <a:solidFill>
                  <a:schemeClr val="tx1"/>
                </a:solidFill>
              </a:rPr>
              <a:t> e nome da função o </a:t>
            </a:r>
            <a:r>
              <a:rPr lang="pt-BR" dirty="0">
                <a:solidFill>
                  <a:schemeClr val="accent3"/>
                </a:solidFill>
              </a:rPr>
              <a:t>tipo de destino</a:t>
            </a:r>
          </a:p>
        </p:txBody>
      </p:sp>
    </p:spTree>
    <p:extLst>
      <p:ext uri="{BB962C8B-B14F-4D97-AF65-F5344CB8AC3E}">
        <p14:creationId xmlns:p14="http://schemas.microsoft.com/office/powerpoint/2010/main" xmlns="" val="1911882101"/>
      </p:ext>
    </p:extLst>
  </p:cSld>
  <p:clrMapOvr>
    <a:masterClrMapping/>
  </p:clrMapOvr>
  <p:transition spd="slow">
    <p:cover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D94E4480-39D8-56B1-D680-24C29E9AEA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de Conversão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54FCBCB-1BB1-F8AF-4415-F402B73D41C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Classe Tempo </a:t>
            </a:r>
            <a:r>
              <a:rPr lang="pt-BR" dirty="0">
                <a:solidFill>
                  <a:schemeClr val="accent3"/>
                </a:solidFill>
              </a:rPr>
              <a:t>atualizada</a:t>
            </a:r>
            <a:endParaRPr lang="pt-BR" dirty="0"/>
          </a:p>
        </p:txBody>
      </p:sp>
      <p:grpSp>
        <p:nvGrpSpPr>
          <p:cNvPr id="4" name="Agrupar 3">
            <a:extLst>
              <a:ext uri="{FF2B5EF4-FFF2-40B4-BE49-F238E27FC236}">
                <a16:creationId xmlns:a16="http://schemas.microsoft.com/office/drawing/2014/main" xmlns="" id="{741BEC6A-8B7D-1233-6BF1-AB8C06BF3BC5}"/>
              </a:ext>
            </a:extLst>
          </p:cNvPr>
          <p:cNvGrpSpPr/>
          <p:nvPr/>
        </p:nvGrpSpPr>
        <p:grpSpPr>
          <a:xfrm>
            <a:off x="1715504" y="2618306"/>
            <a:ext cx="9073514" cy="3390461"/>
            <a:chOff x="1715504" y="2618306"/>
            <a:chExt cx="9073514" cy="3390461"/>
          </a:xfrm>
        </p:grpSpPr>
        <p:sp>
          <p:nvSpPr>
            <p:cNvPr id="5" name="CaixaDeTexto 4">
              <a:extLst>
                <a:ext uri="{FF2B5EF4-FFF2-40B4-BE49-F238E27FC236}">
                  <a16:creationId xmlns:a16="http://schemas.microsoft.com/office/drawing/2014/main" xmlns="" id="{571F9B70-A034-C422-F1FF-875E89F4F977}"/>
                </a:ext>
              </a:extLst>
            </p:cNvPr>
            <p:cNvSpPr txBox="1"/>
            <p:nvPr/>
          </p:nvSpPr>
          <p:spPr>
            <a:xfrm>
              <a:off x="1715504" y="2715558"/>
              <a:ext cx="3788738" cy="3293209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class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private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minutos;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endParaRPr lang="pt-BR" sz="1600" dirty="0">
                <a:solidFill>
                  <a:schemeClr val="bg1">
                    <a:lumMod val="75000"/>
                    <a:lumOff val="2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public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</a:t>
              </a:r>
            </a:p>
            <a:p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h =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m =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);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double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</a:p>
            <a:p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();</a:t>
              </a: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</a:t>
              </a:r>
              <a:b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   ...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};</a:t>
              </a:r>
            </a:p>
          </p:txBody>
        </p:sp>
        <p:sp>
          <p:nvSpPr>
            <p:cNvPr id="7" name="CaixaDeTexto 6">
              <a:extLst>
                <a:ext uri="{FF2B5EF4-FFF2-40B4-BE49-F238E27FC236}">
                  <a16:creationId xmlns:a16="http://schemas.microsoft.com/office/drawing/2014/main" xmlns="" id="{0EB6158F-0A76-B316-12F0-74855C81D40B}"/>
                </a:ext>
              </a:extLst>
            </p:cNvPr>
            <p:cNvSpPr txBox="1"/>
            <p:nvPr/>
          </p:nvSpPr>
          <p:spPr>
            <a:xfrm>
              <a:off x="6726677" y="2715558"/>
              <a:ext cx="4062341" cy="280076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#include </a:t>
              </a:r>
              <a:r>
                <a:rPr lang="pt-BR" sz="16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"Tempo.h"</a:t>
              </a:r>
            </a:p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::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double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return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 + minutos /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60.0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  <a:p>
              <a:endParaRPr lang="pt-B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::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operator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()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{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   </a:t>
              </a:r>
              <a:r>
                <a:rPr lang="pt-BR" sz="1600" dirty="0" err="1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return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horas;</a:t>
              </a:r>
            </a:p>
            <a:p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}</a:t>
              </a:r>
            </a:p>
          </p:txBody>
        </p:sp>
        <p:cxnSp>
          <p:nvCxnSpPr>
            <p:cNvPr id="8" name="Conector reto 7">
              <a:extLst>
                <a:ext uri="{FF2B5EF4-FFF2-40B4-BE49-F238E27FC236}">
                  <a16:creationId xmlns:a16="http://schemas.microsoft.com/office/drawing/2014/main" xmlns="" id="{796A1E53-3509-4E69-74AD-B253EB8239E3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6072222" y="2618306"/>
              <a:ext cx="0" cy="2935278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1530858448"/>
      </p:ext>
    </p:extLst>
  </p:cSld>
  <p:clrMapOvr>
    <a:masterClrMapping/>
  </p:clrMapOvr>
  <p:transition spd="slow">
    <p:cover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3E50BED8-63AF-A0CC-3A83-DBB0543E44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Funções de Conversão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D73B7840-C66D-4C1D-0AB7-2D6929A6EE4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Exemplo: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xmlns="" id="{7362170E-21BD-A43A-CEAD-7A579116B418}"/>
              </a:ext>
            </a:extLst>
          </p:cNvPr>
          <p:cNvSpPr txBox="1"/>
          <p:nvPr/>
        </p:nvSpPr>
        <p:spPr>
          <a:xfrm>
            <a:off x="1650381" y="2656243"/>
            <a:ext cx="8546294" cy="329320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&lt;</a:t>
            </a:r>
            <a:r>
              <a:rPr lang="pt-BR" sz="16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iostream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&gt;</a:t>
            </a: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#include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  <a:r>
              <a:rPr lang="pt-BR" sz="16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Tempo.h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</a:t>
            </a:r>
          </a:p>
          <a:p>
            <a:endParaRPr lang="pt-BR" sz="1600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  <a:cs typeface="Consolas" panose="020B0609020204030204" pitchFamily="49" charset="0"/>
            </a:endParaRPr>
          </a:p>
          <a:p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main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() 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{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t {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4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, </a:t>
            </a:r>
            <a:r>
              <a:rPr lang="pt-BR" sz="1600" dirty="0">
                <a:solidFill>
                  <a:schemeClr val="accent3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12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};</a:t>
            </a:r>
            <a:b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</a:b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horas = t;    </a:t>
            </a:r>
            <a:r>
              <a:rPr lang="pt-BR" sz="16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conversão implícita </a:t>
            </a:r>
          </a:p>
          <a:p>
            <a:r>
              <a:rPr lang="pt-BR" sz="1600" dirty="0">
                <a:solidFill>
                  <a:schemeClr val="accent3"/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"Converte para </a:t>
            </a:r>
            <a:r>
              <a:rPr lang="pt-BR" sz="1600" dirty="0" err="1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double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 =&gt; 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&lt;&lt; horas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horas\n"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"Converte para int =&gt; 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6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(t)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 horas\n"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  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std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::</a:t>
            </a:r>
            <a:r>
              <a:rPr lang="pt-BR" sz="1600" dirty="0" err="1">
                <a:latin typeface="Consolas" panose="020B0609020204030204" pitchFamily="49" charset="0"/>
                <a:cs typeface="Consolas" panose="020B0609020204030204" pitchFamily="49" charset="0"/>
              </a:rPr>
              <a:t>cout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"Usa operator&lt;&lt; =&gt; 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 &lt;&lt; t &lt;&lt; </a:t>
            </a:r>
            <a:r>
              <a:rPr lang="pt-BR" sz="1600" dirty="0">
                <a:solidFill>
                  <a:schemeClr val="accent2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"\n"</a:t>
            </a:r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;</a:t>
            </a:r>
          </a:p>
          <a:p>
            <a:r>
              <a:rPr lang="pt-BR" sz="1600" dirty="0">
                <a:latin typeface="Consolas" panose="020B0609020204030204" pitchFamily="49" charset="0"/>
                <a:cs typeface="Consolas" panose="020B0609020204030204" pitchFamily="49" charset="0"/>
              </a:rPr>
              <a:t>}</a:t>
            </a: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B57C543B-ACB5-6C6A-C9EB-535FB882FCD7}"/>
              </a:ext>
            </a:extLst>
          </p:cNvPr>
          <p:cNvGrpSpPr/>
          <p:nvPr/>
        </p:nvGrpSpPr>
        <p:grpSpPr>
          <a:xfrm>
            <a:off x="5458761" y="2374199"/>
            <a:ext cx="4346612" cy="1497505"/>
            <a:chOff x="5458761" y="2374199"/>
            <a:chExt cx="4346612" cy="1497505"/>
          </a:xfrm>
        </p:grpSpPr>
        <p:sp>
          <p:nvSpPr>
            <p:cNvPr id="15" name="Retângulo: Cantos Arredondados 14">
              <a:extLst>
                <a:ext uri="{FF2B5EF4-FFF2-40B4-BE49-F238E27FC236}">
                  <a16:creationId xmlns:a16="http://schemas.microsoft.com/office/drawing/2014/main" xmlns="" id="{59C7D7DB-203C-954E-12B8-3672E48BCA04}"/>
                </a:ext>
              </a:extLst>
            </p:cNvPr>
            <p:cNvSpPr/>
            <p:nvPr/>
          </p:nvSpPr>
          <p:spPr>
            <a:xfrm>
              <a:off x="5458761" y="2374199"/>
              <a:ext cx="4346612" cy="1497505"/>
            </a:xfrm>
            <a:prstGeom prst="roundRect">
              <a:avLst>
                <a:gd name="adj" fmla="val 2237"/>
              </a:avLst>
            </a:prstGeom>
            <a:solidFill>
              <a:schemeClr val="accent6">
                <a:lumMod val="50000"/>
              </a:schemeClr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6" name="Retângulo: Cantos Arredondados 15">
              <a:extLst>
                <a:ext uri="{FF2B5EF4-FFF2-40B4-BE49-F238E27FC236}">
                  <a16:creationId xmlns:a16="http://schemas.microsoft.com/office/drawing/2014/main" xmlns="" id="{6AA203EC-47DB-153C-67BD-60B8596CEFBF}"/>
                </a:ext>
              </a:extLst>
            </p:cNvPr>
            <p:cNvSpPr/>
            <p:nvPr/>
          </p:nvSpPr>
          <p:spPr>
            <a:xfrm>
              <a:off x="5497975" y="2669485"/>
              <a:ext cx="4261573" cy="1148693"/>
            </a:xfrm>
            <a:prstGeom prst="roundRect">
              <a:avLst>
                <a:gd name="adj" fmla="val 1466"/>
              </a:avLst>
            </a:prstGeom>
            <a:solidFill>
              <a:schemeClr val="bg1"/>
            </a:solidFill>
            <a:ln>
              <a:solidFill>
                <a:schemeClr val="accent6">
                  <a:lumMod val="50000"/>
                </a:schemeClr>
              </a:solidFill>
            </a:ln>
          </p:spPr>
          <p:style>
            <a:lnRef idx="1">
              <a:schemeClr val="accent4"/>
            </a:lnRef>
            <a:fillRef idx="2">
              <a:schemeClr val="accent4"/>
            </a:fillRef>
            <a:effectRef idx="1">
              <a:schemeClr val="accent4"/>
            </a:effectRef>
            <a:fontRef idx="minor">
              <a:schemeClr val="dk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grpSp>
          <p:nvGrpSpPr>
            <p:cNvPr id="5" name="Agrupar 4">
              <a:extLst>
                <a:ext uri="{FF2B5EF4-FFF2-40B4-BE49-F238E27FC236}">
                  <a16:creationId xmlns:a16="http://schemas.microsoft.com/office/drawing/2014/main" xmlns="" id="{FCF828F0-B83E-1E32-049D-3F6425E9779B}"/>
                </a:ext>
              </a:extLst>
            </p:cNvPr>
            <p:cNvGrpSpPr/>
            <p:nvPr/>
          </p:nvGrpSpPr>
          <p:grpSpPr>
            <a:xfrm>
              <a:off x="9063711" y="2441795"/>
              <a:ext cx="614357" cy="174813"/>
              <a:chOff x="9140580" y="2441796"/>
              <a:chExt cx="537488" cy="152940"/>
            </a:xfrm>
          </p:grpSpPr>
          <p:sp>
            <p:nvSpPr>
              <p:cNvPr id="17" name="Retângulo: Cantos Arredondados 16">
                <a:extLst>
                  <a:ext uri="{FF2B5EF4-FFF2-40B4-BE49-F238E27FC236}">
                    <a16:creationId xmlns:a16="http://schemas.microsoft.com/office/drawing/2014/main" xmlns="" id="{B86B3E75-12A2-2405-A438-39F893D393BA}"/>
                  </a:ext>
                </a:extLst>
              </p:cNvPr>
              <p:cNvSpPr/>
              <p:nvPr/>
            </p:nvSpPr>
            <p:spPr>
              <a:xfrm>
                <a:off x="9525668" y="2442336"/>
                <a:ext cx="152400" cy="152400"/>
              </a:xfrm>
              <a:prstGeom prst="round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cxnSp>
            <p:nvCxnSpPr>
              <p:cNvPr id="18" name="Conector reto 17">
                <a:extLst>
                  <a:ext uri="{FF2B5EF4-FFF2-40B4-BE49-F238E27FC236}">
                    <a16:creationId xmlns:a16="http://schemas.microsoft.com/office/drawing/2014/main" xmlns="" id="{CD2F5983-EBA4-A3D5-3AB8-D596ECC06979}"/>
                  </a:ext>
                </a:extLst>
              </p:cNvPr>
              <p:cNvCxnSpPr/>
              <p:nvPr/>
            </p:nvCxnSpPr>
            <p:spPr>
              <a:xfrm flipV="1">
                <a:off x="9561281" y="2482013"/>
                <a:ext cx="76200" cy="76200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Conector reto 18">
                <a:extLst>
                  <a:ext uri="{FF2B5EF4-FFF2-40B4-BE49-F238E27FC236}">
                    <a16:creationId xmlns:a16="http://schemas.microsoft.com/office/drawing/2014/main" xmlns="" id="{8C911715-DD9A-55D8-8447-AE0877771780}"/>
                  </a:ext>
                </a:extLst>
              </p:cNvPr>
              <p:cNvCxnSpPr/>
              <p:nvPr/>
            </p:nvCxnSpPr>
            <p:spPr>
              <a:xfrm flipH="1" flipV="1">
                <a:off x="9561281" y="2482013"/>
                <a:ext cx="76200" cy="76200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0" name="Retângulo: Cantos Arredondados 19">
                <a:extLst>
                  <a:ext uri="{FF2B5EF4-FFF2-40B4-BE49-F238E27FC236}">
                    <a16:creationId xmlns:a16="http://schemas.microsoft.com/office/drawing/2014/main" xmlns="" id="{50FC8C9F-DACE-3607-17A1-0B0AAC935779}"/>
                  </a:ext>
                </a:extLst>
              </p:cNvPr>
              <p:cNvSpPr/>
              <p:nvPr/>
            </p:nvSpPr>
            <p:spPr>
              <a:xfrm>
                <a:off x="9333567" y="2441796"/>
                <a:ext cx="152400" cy="152400"/>
              </a:xfrm>
              <a:prstGeom prst="round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21" name="Retângulo: Cantos Arredondados 20">
                <a:extLst>
                  <a:ext uri="{FF2B5EF4-FFF2-40B4-BE49-F238E27FC236}">
                    <a16:creationId xmlns:a16="http://schemas.microsoft.com/office/drawing/2014/main" xmlns="" id="{51107EBD-9AC6-B975-E32E-EDAAE662C10E}"/>
                  </a:ext>
                </a:extLst>
              </p:cNvPr>
              <p:cNvSpPr/>
              <p:nvPr/>
            </p:nvSpPr>
            <p:spPr>
              <a:xfrm>
                <a:off x="9140580" y="2441796"/>
                <a:ext cx="152400" cy="152400"/>
              </a:xfrm>
              <a:prstGeom prst="roundRect">
                <a:avLst/>
              </a:prstGeom>
              <a:solidFill>
                <a:schemeClr val="tx1">
                  <a:lumMod val="85000"/>
                </a:schemeClr>
              </a:solidFill>
              <a:ln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cxnSp>
            <p:nvCxnSpPr>
              <p:cNvPr id="22" name="Conector reto 21">
                <a:extLst>
                  <a:ext uri="{FF2B5EF4-FFF2-40B4-BE49-F238E27FC236}">
                    <a16:creationId xmlns:a16="http://schemas.microsoft.com/office/drawing/2014/main" xmlns="" id="{4FF876F2-37C2-CF4E-F20C-89377EC3CC3E}"/>
                  </a:ext>
                </a:extLst>
              </p:cNvPr>
              <p:cNvCxnSpPr/>
              <p:nvPr/>
            </p:nvCxnSpPr>
            <p:spPr>
              <a:xfrm flipH="1">
                <a:off x="9176510" y="2544422"/>
                <a:ext cx="80540" cy="0"/>
              </a:xfrm>
              <a:prstGeom prst="line">
                <a:avLst/>
              </a:prstGeom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3" name="Retângulo 22">
                <a:extLst>
                  <a:ext uri="{FF2B5EF4-FFF2-40B4-BE49-F238E27FC236}">
                    <a16:creationId xmlns:a16="http://schemas.microsoft.com/office/drawing/2014/main" xmlns="" id="{AA277435-0162-86BE-13C4-DE1D8332B272}"/>
                  </a:ext>
                </a:extLst>
              </p:cNvPr>
              <p:cNvSpPr/>
              <p:nvPr/>
            </p:nvSpPr>
            <p:spPr>
              <a:xfrm>
                <a:off x="9364410" y="2487976"/>
                <a:ext cx="90713" cy="62949"/>
              </a:xfrm>
              <a:prstGeom prst="rect">
                <a:avLst/>
              </a:prstGeom>
              <a:solidFill>
                <a:schemeClr val="tx1">
                  <a:lumMod val="85000"/>
                </a:schemeClr>
              </a:solidFill>
              <a:ln w="19050">
                <a:solidFill>
                  <a:schemeClr val="accent1">
                    <a:lumMod val="50000"/>
                  </a:schemeClr>
                </a:solidFill>
              </a:ln>
            </p:spPr>
            <p:style>
              <a:lnRef idx="1">
                <a:schemeClr val="accent4"/>
              </a:lnRef>
              <a:fillRef idx="2">
                <a:schemeClr val="accent4"/>
              </a:fillRef>
              <a:effectRef idx="1">
                <a:schemeClr val="accent4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</p:grpSp>
        <p:sp>
          <p:nvSpPr>
            <p:cNvPr id="24" name="CaixaDeTexto 23">
              <a:extLst>
                <a:ext uri="{FF2B5EF4-FFF2-40B4-BE49-F238E27FC236}">
                  <a16:creationId xmlns:a16="http://schemas.microsoft.com/office/drawing/2014/main" xmlns="" id="{66C3BF3D-80C6-B972-EBF2-886E902F9344}"/>
                </a:ext>
              </a:extLst>
            </p:cNvPr>
            <p:cNvSpPr txBox="1"/>
            <p:nvPr/>
          </p:nvSpPr>
          <p:spPr>
            <a:xfrm>
              <a:off x="5458761" y="2391037"/>
              <a:ext cx="1564852" cy="2616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sz="1100" b="1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Segoe UI" panose="020B0502040204020203" pitchFamily="34" charset="0"/>
                  <a:cs typeface="Segoe UI" panose="020B0502040204020203" pitchFamily="34" charset="0"/>
                </a:rPr>
                <a:t>Prompt de Comando</a:t>
              </a:r>
            </a:p>
          </p:txBody>
        </p:sp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F694C5C1-CAB3-7A06-5F58-9BAD4E51E0A5}"/>
                </a:ext>
              </a:extLst>
            </p:cNvPr>
            <p:cNvSpPr txBox="1"/>
            <p:nvPr/>
          </p:nvSpPr>
          <p:spPr>
            <a:xfrm>
              <a:off x="5594567" y="2842544"/>
              <a:ext cx="3891400" cy="738664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4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</a:rPr>
                <a:t>Converte para </a:t>
              </a:r>
              <a:r>
                <a:rPr lang="pt-BR" sz="1400" dirty="0" err="1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</a:rPr>
                <a:t>double</a:t>
              </a:r>
              <a:r>
                <a:rPr lang="pt-BR" sz="14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</a:rPr>
                <a:t> =&gt; 4.2 horas</a:t>
              </a:r>
            </a:p>
            <a:p>
              <a:r>
                <a:rPr lang="pt-BR" sz="14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</a:rPr>
                <a:t>Converte para int =&gt; 4 horas</a:t>
              </a:r>
            </a:p>
            <a:p>
              <a:r>
                <a:rPr lang="pt-BR" sz="1400" dirty="0">
                  <a:solidFill>
                    <a:schemeClr val="tx1">
                      <a:lumMod val="85000"/>
                    </a:schemeClr>
                  </a:solidFill>
                  <a:latin typeface="Consolas" panose="020B0609020204030204" pitchFamily="49" charset="0"/>
                </a:rPr>
                <a:t>Usa operator&lt;&lt; =&gt; 4 horas, 12 minutos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46124651"/>
      </p:ext>
    </p:extLst>
  </p:cSld>
  <p:clrMapOvr>
    <a:masterClrMapping/>
  </p:clrMapOvr>
  <p:transition spd="slow">
    <p:cover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1325371-2D79-C7A7-3F3D-11805938E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em Conversões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214BF136-A1B2-9D51-BD0C-37D86E54D2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b="1" dirty="0"/>
              <a:t>Conversões implícitas</a:t>
            </a:r>
            <a:r>
              <a:rPr lang="pt-BR" dirty="0"/>
              <a:t> podem ser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problemáticas</a:t>
            </a:r>
          </a:p>
          <a:p>
            <a:pPr lvl="1"/>
            <a:r>
              <a:rPr lang="pt-BR" dirty="0"/>
              <a:t>Elas podem acontecer </a:t>
            </a:r>
            <a:r>
              <a:rPr lang="pt-BR" dirty="0">
                <a:solidFill>
                  <a:schemeClr val="accent3"/>
                </a:solidFill>
              </a:rPr>
              <a:t>quando você não espera</a:t>
            </a:r>
          </a:p>
          <a:p>
            <a:pPr lvl="1"/>
            <a:endParaRPr lang="pt-BR" dirty="0">
              <a:solidFill>
                <a:schemeClr val="accent3"/>
              </a:solidFill>
            </a:endParaRPr>
          </a:p>
          <a:p>
            <a:pPr lvl="1"/>
            <a:endParaRPr lang="pt-BR" dirty="0">
              <a:solidFill>
                <a:schemeClr val="accent3"/>
              </a:solidFill>
            </a:endParaRPr>
          </a:p>
          <a:p>
            <a:pPr lvl="1"/>
            <a:endParaRPr lang="pt-BR" dirty="0">
              <a:solidFill>
                <a:schemeClr val="accent3"/>
              </a:solidFill>
            </a:endParaRPr>
          </a:p>
          <a:p>
            <a:pPr lvl="1"/>
            <a:endParaRPr lang="pt-BR" dirty="0">
              <a:solidFill>
                <a:schemeClr val="accent3"/>
              </a:solidFill>
            </a:endParaRPr>
          </a:p>
          <a:p>
            <a:pPr lvl="1"/>
            <a:endParaRPr lang="pt-BR" dirty="0">
              <a:solidFill>
                <a:schemeClr val="accent3"/>
              </a:solidFill>
            </a:endParaRPr>
          </a:p>
        </p:txBody>
      </p:sp>
      <p:grpSp>
        <p:nvGrpSpPr>
          <p:cNvPr id="7" name="Agrupar 6">
            <a:extLst>
              <a:ext uri="{FF2B5EF4-FFF2-40B4-BE49-F238E27FC236}">
                <a16:creationId xmlns:a16="http://schemas.microsoft.com/office/drawing/2014/main" xmlns="" id="{64551141-5214-4409-9470-40A2FDA9895D}"/>
              </a:ext>
            </a:extLst>
          </p:cNvPr>
          <p:cNvGrpSpPr/>
          <p:nvPr/>
        </p:nvGrpSpPr>
        <p:grpSpPr>
          <a:xfrm>
            <a:off x="2025062" y="3057687"/>
            <a:ext cx="8546294" cy="2748151"/>
            <a:chOff x="2025062" y="3057687"/>
            <a:chExt cx="8546294" cy="2748151"/>
          </a:xfrm>
        </p:grpSpPr>
        <p:sp>
          <p:nvSpPr>
            <p:cNvPr id="4" name="CaixaDeTexto 3">
              <a:extLst>
                <a:ext uri="{FF2B5EF4-FFF2-40B4-BE49-F238E27FC236}">
                  <a16:creationId xmlns:a16="http://schemas.microsoft.com/office/drawing/2014/main" xmlns="" id="{5E37FBEC-4522-511C-8124-DD6F75614364}"/>
                </a:ext>
              </a:extLst>
            </p:cNvPr>
            <p:cNvSpPr txBox="1"/>
            <p:nvPr/>
          </p:nvSpPr>
          <p:spPr>
            <a:xfrm>
              <a:off x="2025062" y="3057687"/>
              <a:ext cx="8546294" cy="2062103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pt-BR" sz="1600" dirty="0">
                  <a:solidFill>
                    <a:schemeClr val="accent3"/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Tempo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i {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,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};     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nome ruim... mas possível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</a:p>
            <a:p>
              <a:endParaRPr lang="pt-BR" sz="1600" dirty="0">
                <a:latin typeface="Consolas" panose="020B0609020204030204" pitchFamily="49" charset="0"/>
                <a:cs typeface="Consolas" panose="020B0609020204030204" pitchFamily="49" charset="0"/>
              </a:endParaRPr>
            </a:p>
            <a:p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j = 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</a:t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solidFill>
                    <a:schemeClr val="accent3">
                      <a:lumMod val="75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int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vet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[</a:t>
              </a:r>
              <a:r>
                <a:rPr lang="pt-BR" sz="1600" dirty="0">
                  <a:solidFill>
                    <a:schemeClr val="accent3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10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];</a:t>
              </a:r>
            </a:p>
            <a:p>
              <a:r>
                <a: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...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/>
              </a:r>
              <a:b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</a:b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</a:t>
              </a:r>
            </a:p>
            <a:p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cout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 &lt;&lt; </a:t>
              </a:r>
              <a:r>
                <a:rPr lang="pt-BR" sz="1600" dirty="0" err="1">
                  <a:latin typeface="Consolas" panose="020B0609020204030204" pitchFamily="49" charset="0"/>
                  <a:cs typeface="Consolas" panose="020B0609020204030204" pitchFamily="49" charset="0"/>
                </a:rPr>
                <a:t>vet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[i] &lt;&lt; </a:t>
              </a:r>
              <a:r>
                <a:rPr lang="pt-BR" sz="1600" dirty="0">
                  <a:solidFill>
                    <a:schemeClr val="accent2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"\n"</a:t>
              </a:r>
              <a:r>
                <a:rPr lang="pt-BR" sz="1600" dirty="0">
                  <a:latin typeface="Consolas" panose="020B0609020204030204" pitchFamily="49" charset="0"/>
                  <a:cs typeface="Consolas" panose="020B0609020204030204" pitchFamily="49" charset="0"/>
                </a:rPr>
                <a:t>;   </a:t>
              </a:r>
              <a:r>
                <a:rPr lang="pt-BR" sz="1600" dirty="0">
                  <a:solidFill>
                    <a:schemeClr val="bg1">
                      <a:lumMod val="50000"/>
                      <a:lumOff val="5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rPr>
                <a:t>// usou i em vez de j</a:t>
              </a:r>
            </a:p>
          </p:txBody>
        </p:sp>
        <p:pic>
          <p:nvPicPr>
            <p:cNvPr id="5" name="Gráfico 4" descr="Seta: Curva no sentido anti-horário com preenchimento sólido">
              <a:extLst>
                <a:ext uri="{FF2B5EF4-FFF2-40B4-BE49-F238E27FC236}">
                  <a16:creationId xmlns:a16="http://schemas.microsoft.com/office/drawing/2014/main" xmlns="" id="{FD6F81F5-C613-3752-208B-86619CE4AA0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xmlns="" val="0"/>
                </a:ext>
                <a:ext uri="{96DAC541-7B7A-43D3-8B79-37D633B846F1}">
                  <asvg:svgBlip xmlns:asvg="http://schemas.microsoft.com/office/drawing/2016/SVG/main" xmlns="" r:embed="rId4"/>
                </a:ext>
              </a:extLst>
            </a:blip>
            <a:stretch>
              <a:fillRect/>
            </a:stretch>
          </p:blipFill>
          <p:spPr>
            <a:xfrm rot="18150136" flipH="1">
              <a:off x="3380235" y="5154890"/>
              <a:ext cx="563232" cy="563232"/>
            </a:xfrm>
            <a:prstGeom prst="rect">
              <a:avLst/>
            </a:prstGeom>
          </p:spPr>
        </p:pic>
        <p:sp>
          <p:nvSpPr>
            <p:cNvPr id="6" name="CaixaDeTexto 5">
              <a:extLst>
                <a:ext uri="{FF2B5EF4-FFF2-40B4-BE49-F238E27FC236}">
                  <a16:creationId xmlns:a16="http://schemas.microsoft.com/office/drawing/2014/main" xmlns="" id="{38541124-8781-6917-68F8-58AB5795DBE9}"/>
                </a:ext>
              </a:extLst>
            </p:cNvPr>
            <p:cNvSpPr txBox="1"/>
            <p:nvPr/>
          </p:nvSpPr>
          <p:spPr>
            <a:xfrm>
              <a:off x="3934150" y="5436506"/>
              <a:ext cx="2796920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pt-BR" dirty="0"/>
                <a:t>Conversão de </a:t>
              </a:r>
              <a:r>
                <a:rPr lang="pt-BR" dirty="0">
                  <a:solidFill>
                    <a:schemeClr val="accent3"/>
                  </a:solidFill>
                </a:rPr>
                <a:t>Tempo</a:t>
              </a:r>
              <a:r>
                <a:rPr lang="pt-BR" dirty="0"/>
                <a:t> em </a:t>
              </a:r>
              <a:r>
                <a:rPr lang="pt-BR" dirty="0">
                  <a:solidFill>
                    <a:schemeClr val="accent3">
                      <a:lumMod val="75000"/>
                    </a:schemeClr>
                  </a:solidFill>
                </a:rPr>
                <a:t>int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xmlns="" val="1114270400"/>
      </p:ext>
    </p:extLst>
  </p:cSld>
  <p:clrMapOvr>
    <a:masterClrMapping/>
  </p:clrMapOvr>
  <p:transition spd="slow">
    <p:cover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A0BCD6B5-DACF-FBCB-BAF1-7F068E713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Problemas em Conversões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A7F965E1-BBC2-AAE8-FD85-1CB645BE4C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pt-BR" dirty="0"/>
              <a:t>É </a:t>
            </a:r>
            <a:r>
              <a:rPr lang="pt-BR" b="1" dirty="0"/>
              <a:t>mais seguro</a:t>
            </a:r>
            <a:r>
              <a:rPr lang="pt-BR" dirty="0"/>
              <a:t> usar </a:t>
            </a: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apenas conversões explícitas</a:t>
            </a:r>
          </a:p>
          <a:p>
            <a:pPr lvl="1"/>
            <a:r>
              <a:rPr lang="pt-BR" dirty="0"/>
              <a:t>É possível </a:t>
            </a:r>
            <a:r>
              <a:rPr lang="pt-BR" dirty="0">
                <a:solidFill>
                  <a:schemeClr val="accent3"/>
                </a:solidFill>
              </a:rPr>
              <a:t>desligar as implícitas</a:t>
            </a:r>
          </a:p>
        </p:txBody>
      </p:sp>
      <p:grpSp>
        <p:nvGrpSpPr>
          <p:cNvPr id="17" name="Agrupar 16">
            <a:extLst>
              <a:ext uri="{FF2B5EF4-FFF2-40B4-BE49-F238E27FC236}">
                <a16:creationId xmlns:a16="http://schemas.microsoft.com/office/drawing/2014/main" xmlns="" id="{4AFB7B08-E2AE-7AE3-0B89-A23395E320AB}"/>
              </a:ext>
            </a:extLst>
          </p:cNvPr>
          <p:cNvGrpSpPr/>
          <p:nvPr/>
        </p:nvGrpSpPr>
        <p:grpSpPr>
          <a:xfrm>
            <a:off x="2025502" y="3146025"/>
            <a:ext cx="8871471" cy="2554545"/>
            <a:chOff x="2025502" y="3146025"/>
            <a:chExt cx="8871471" cy="2554545"/>
          </a:xfrm>
        </p:grpSpPr>
        <p:grpSp>
          <p:nvGrpSpPr>
            <p:cNvPr id="16" name="Agrupar 15">
              <a:extLst>
                <a:ext uri="{FF2B5EF4-FFF2-40B4-BE49-F238E27FC236}">
                  <a16:creationId xmlns:a16="http://schemas.microsoft.com/office/drawing/2014/main" xmlns="" id="{DFF969FA-ED08-2D3A-5EE1-CA9B7B032CF6}"/>
                </a:ext>
              </a:extLst>
            </p:cNvPr>
            <p:cNvGrpSpPr/>
            <p:nvPr/>
          </p:nvGrpSpPr>
          <p:grpSpPr>
            <a:xfrm>
              <a:off x="2025502" y="3146025"/>
              <a:ext cx="3670540" cy="2554545"/>
              <a:chOff x="2025502" y="3146025"/>
              <a:chExt cx="3670540" cy="2554545"/>
            </a:xfrm>
          </p:grpSpPr>
          <p:sp>
            <p:nvSpPr>
              <p:cNvPr id="11" name="Retângulo Arredondado 19">
                <a:extLst>
                  <a:ext uri="{FF2B5EF4-FFF2-40B4-BE49-F238E27FC236}">
                    <a16:creationId xmlns:a16="http://schemas.microsoft.com/office/drawing/2014/main" xmlns="" id="{9E1B93A6-74CA-B133-E70C-24A53FA1441E}"/>
                  </a:ext>
                </a:extLst>
              </p:cNvPr>
              <p:cNvSpPr/>
              <p:nvPr/>
            </p:nvSpPr>
            <p:spPr>
              <a:xfrm>
                <a:off x="2389154" y="4615928"/>
                <a:ext cx="1003610" cy="367379"/>
              </a:xfrm>
              <a:prstGeom prst="roundRect">
                <a:avLst>
                  <a:gd name="adj" fmla="val 11816"/>
                </a:avLst>
              </a:prstGeom>
              <a:solidFill>
                <a:schemeClr val="accent6">
                  <a:lumMod val="50000"/>
                  <a:alpha val="50000"/>
                </a:schemeClr>
              </a:solidFill>
              <a:ln w="19050">
                <a:noFill/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5" name="Retângulo Arredondado 19">
                <a:extLst>
                  <a:ext uri="{FF2B5EF4-FFF2-40B4-BE49-F238E27FC236}">
                    <a16:creationId xmlns:a16="http://schemas.microsoft.com/office/drawing/2014/main" xmlns="" id="{8C631177-69D8-529A-67C7-2D6065CF6D83}"/>
                  </a:ext>
                </a:extLst>
              </p:cNvPr>
              <p:cNvSpPr/>
              <p:nvPr/>
            </p:nvSpPr>
            <p:spPr>
              <a:xfrm>
                <a:off x="2389154" y="4124332"/>
                <a:ext cx="1003610" cy="367379"/>
              </a:xfrm>
              <a:prstGeom prst="roundRect">
                <a:avLst>
                  <a:gd name="adj" fmla="val 11816"/>
                </a:avLst>
              </a:prstGeom>
              <a:solidFill>
                <a:schemeClr val="accent6">
                  <a:lumMod val="50000"/>
                  <a:alpha val="50000"/>
                </a:schemeClr>
              </a:solidFill>
              <a:ln w="19050">
                <a:noFill/>
                <a:prstDash val="sysDash"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 dirty="0"/>
              </a:p>
            </p:txBody>
          </p:sp>
          <p:sp>
            <p:nvSpPr>
              <p:cNvPr id="4" name="CaixaDeTexto 3">
                <a:extLst>
                  <a:ext uri="{FF2B5EF4-FFF2-40B4-BE49-F238E27FC236}">
                    <a16:creationId xmlns:a16="http://schemas.microsoft.com/office/drawing/2014/main" xmlns="" id="{6E2CCFF8-B425-67EB-FE0C-684ED023C59A}"/>
                  </a:ext>
                </a:extLst>
              </p:cNvPr>
              <p:cNvSpPr txBox="1"/>
              <p:nvPr/>
            </p:nvSpPr>
            <p:spPr>
              <a:xfrm>
                <a:off x="2025502" y="3146025"/>
                <a:ext cx="3670540" cy="25545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600" dirty="0" err="1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class</a:t>
                </a:r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pt-BR" sz="16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Tempo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{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...</a:t>
                </a:r>
                <a:b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endParaRPr lang="pt-BR" sz="1600" dirty="0">
                  <a:solidFill>
                    <a:schemeClr val="accent6">
                      <a:lumMod val="60000"/>
                      <a:lumOff val="40000"/>
                    </a:schemeClr>
                  </a:solidFill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explicit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operator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pt-BR" sz="1600" dirty="0" err="1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double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();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endParaRPr lang="pt-BR" sz="1600" dirty="0">
                  <a:latin typeface="Consolas" panose="020B0609020204030204" pitchFamily="49" charset="0"/>
                  <a:cs typeface="Consolas" panose="020B0609020204030204" pitchFamily="49" charset="0"/>
                </a:endParaRPr>
              </a:p>
              <a:p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explicit</a:t>
                </a:r>
                <a:r>
                  <a:rPr lang="pt-BR" sz="1600" dirty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operator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();</a:t>
                </a:r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b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</a:t>
                </a:r>
                <a:b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solidFill>
                      <a:schemeClr val="accent6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...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};</a:t>
                </a:r>
              </a:p>
            </p:txBody>
          </p:sp>
        </p:grpSp>
        <p:grpSp>
          <p:nvGrpSpPr>
            <p:cNvPr id="13" name="Agrupar 12">
              <a:extLst>
                <a:ext uri="{FF2B5EF4-FFF2-40B4-BE49-F238E27FC236}">
                  <a16:creationId xmlns:a16="http://schemas.microsoft.com/office/drawing/2014/main" xmlns="" id="{0245A9D9-68CF-F793-C743-AC5CF3D1BA6A}"/>
                </a:ext>
              </a:extLst>
            </p:cNvPr>
            <p:cNvGrpSpPr/>
            <p:nvPr/>
          </p:nvGrpSpPr>
          <p:grpSpPr>
            <a:xfrm>
              <a:off x="6253721" y="3276969"/>
              <a:ext cx="4643252" cy="2062103"/>
              <a:chOff x="6253721" y="3276969"/>
              <a:chExt cx="4643252" cy="2062103"/>
            </a:xfrm>
          </p:grpSpPr>
          <p:sp>
            <p:nvSpPr>
              <p:cNvPr id="6" name="CaixaDeTexto 5">
                <a:extLst>
                  <a:ext uri="{FF2B5EF4-FFF2-40B4-BE49-F238E27FC236}">
                    <a16:creationId xmlns:a16="http://schemas.microsoft.com/office/drawing/2014/main" xmlns="" id="{232A95A6-96D1-F28F-BB55-C7B74FB654BB}"/>
                  </a:ext>
                </a:extLst>
              </p:cNvPr>
              <p:cNvSpPr txBox="1"/>
              <p:nvPr/>
            </p:nvSpPr>
            <p:spPr>
              <a:xfrm>
                <a:off x="6253721" y="3276969"/>
                <a:ext cx="4643252" cy="20621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</a:t>
                </a:r>
                <a:r>
                  <a:rPr lang="pt-BR" sz="1600" dirty="0" err="1">
                    <a:latin typeface="Consolas" panose="020B0609020204030204" pitchFamily="49" charset="0"/>
                    <a:cs typeface="Consolas" panose="020B0609020204030204" pitchFamily="49" charset="0"/>
                  </a:rPr>
                  <a:t>main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() </a:t>
                </a:r>
                <a:b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</a:b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{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pt-BR" sz="16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Tempo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t { </a:t>
                </a:r>
                <a:r>
                  <a:rPr lang="pt-BR" sz="16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3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, </a:t>
                </a:r>
                <a:r>
                  <a:rPr lang="pt-BR" sz="16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20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};</a:t>
                </a:r>
              </a:p>
              <a:p>
                <a:r>
                  <a:rPr lang="pt-BR" sz="1600" dirty="0">
                    <a:solidFill>
                      <a:schemeClr val="accent3"/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a = </a:t>
                </a:r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(t);        </a:t>
                </a:r>
                <a:r>
                  <a:rPr lang="pt-BR" sz="1600" dirty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// explícita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b = (</a:t>
                </a:r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) </a:t>
                </a:r>
                <a:r>
                  <a:rPr lang="pt-BR" sz="1600" dirty="0">
                    <a:solidFill>
                      <a:schemeClr val="accent3">
                        <a:lumMod val="60000"/>
                        <a:lumOff val="4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;       </a:t>
                </a:r>
                <a:r>
                  <a:rPr lang="pt-BR" sz="1600" dirty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// explícita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  </a:t>
                </a:r>
                <a:r>
                  <a:rPr lang="pt-BR" sz="1600" dirty="0">
                    <a:solidFill>
                      <a:schemeClr val="accent3">
                        <a:lumMod val="75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int</a:t>
                </a:r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 c = t;             </a:t>
                </a:r>
                <a:r>
                  <a:rPr lang="pt-BR" sz="1600" dirty="0">
                    <a:solidFill>
                      <a:schemeClr val="bg1">
                        <a:lumMod val="50000"/>
                        <a:lumOff val="50000"/>
                      </a:schemeClr>
                    </a:solidFill>
                    <a:latin typeface="Consolas" panose="020B0609020204030204" pitchFamily="49" charset="0"/>
                    <a:cs typeface="Consolas" panose="020B0609020204030204" pitchFamily="49" charset="0"/>
                  </a:rPr>
                  <a:t>// implícita</a:t>
                </a:r>
              </a:p>
              <a:p>
                <a:r>
                  <a:rPr lang="pt-BR" sz="1600" dirty="0">
                    <a:latin typeface="Consolas" panose="020B0609020204030204" pitchFamily="49" charset="0"/>
                    <a:cs typeface="Consolas" panose="020B0609020204030204" pitchFamily="49" charset="0"/>
                  </a:rPr>
                  <a:t>}</a:t>
                </a:r>
              </a:p>
            </p:txBody>
          </p:sp>
          <p:pic>
            <p:nvPicPr>
              <p:cNvPr id="7" name="Gráfico 6" descr="Fechar com preenchimento sólido">
                <a:extLst>
                  <a:ext uri="{FF2B5EF4-FFF2-40B4-BE49-F238E27FC236}">
                    <a16:creationId xmlns:a16="http://schemas.microsoft.com/office/drawing/2014/main" xmlns="" id="{DDA04716-300F-7935-1940-75CA2E5AB24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2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  <a:ext uri="{96DAC541-7B7A-43D3-8B79-37D633B846F1}">
                    <asvg:svgBlip xmlns:asvg="http://schemas.microsoft.com/office/drawing/2016/SVG/main" xmlns="" r:embed="rId3"/>
                  </a:ext>
                </a:extLst>
              </a:blip>
              <a:stretch>
                <a:fillRect/>
              </a:stretch>
            </p:blipFill>
            <p:spPr>
              <a:xfrm>
                <a:off x="8844374" y="4823262"/>
                <a:ext cx="175352" cy="175350"/>
              </a:xfrm>
              <a:prstGeom prst="rect">
                <a:avLst/>
              </a:prstGeom>
            </p:spPr>
          </p:pic>
          <p:pic>
            <p:nvPicPr>
              <p:cNvPr id="8" name="Gráfico 7" descr="Marca de seleção com preenchimento sólido">
                <a:extLst>
                  <a:ext uri="{FF2B5EF4-FFF2-40B4-BE49-F238E27FC236}">
                    <a16:creationId xmlns:a16="http://schemas.microsoft.com/office/drawing/2014/main" xmlns="" id="{C5D3FA0E-8A32-4B00-AF9A-0AB08BCCA97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p:blipFill>
            <p:spPr>
              <a:xfrm>
                <a:off x="8844374" y="4359265"/>
                <a:ext cx="175352" cy="175352"/>
              </a:xfrm>
              <a:prstGeom prst="rect">
                <a:avLst/>
              </a:prstGeom>
            </p:spPr>
          </p:pic>
          <p:pic>
            <p:nvPicPr>
              <p:cNvPr id="9" name="Gráfico 8" descr="Marca de seleção com preenchimento sólido">
                <a:extLst>
                  <a:ext uri="{FF2B5EF4-FFF2-40B4-BE49-F238E27FC236}">
                    <a16:creationId xmlns:a16="http://schemas.microsoft.com/office/drawing/2014/main" xmlns="" id="{52F9E3E8-83B9-A411-14E7-D8DEF4AA464E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 cstate="print">
                <a:extLst>
                  <a:ext uri="{28A0092B-C50C-407E-A947-70E740481C1C}">
                    <a14:useLocalDpi xmlns:a14="http://schemas.microsoft.com/office/drawing/2010/main" xmlns="" val="0"/>
                  </a:ext>
                  <a:ext uri="{96DAC541-7B7A-43D3-8B79-37D633B846F1}">
                    <asvg:svgBlip xmlns:asvg="http://schemas.microsoft.com/office/drawing/2016/SVG/main" xmlns="" r:embed="rId5"/>
                  </a:ext>
                </a:extLst>
              </a:blip>
              <a:stretch>
                <a:fillRect/>
              </a:stretch>
            </p:blipFill>
            <p:spPr>
              <a:xfrm>
                <a:off x="8844374" y="4591263"/>
                <a:ext cx="175352" cy="175352"/>
              </a:xfrm>
              <a:prstGeom prst="rect">
                <a:avLst/>
              </a:prstGeom>
            </p:spPr>
          </p:pic>
        </p:grpSp>
        <p:cxnSp>
          <p:nvCxnSpPr>
            <p:cNvPr id="14" name="Conector reto 13">
              <a:extLst>
                <a:ext uri="{FF2B5EF4-FFF2-40B4-BE49-F238E27FC236}">
                  <a16:creationId xmlns:a16="http://schemas.microsoft.com/office/drawing/2014/main" xmlns="" id="{0D6328D0-57E3-E619-6C9A-2133E65D6ACB}"/>
                </a:ext>
              </a:extLst>
            </p:cNvPr>
            <p:cNvCxnSpPr>
              <a:cxnSpLocks/>
            </p:cNvCxnSpPr>
            <p:nvPr/>
          </p:nvCxnSpPr>
          <p:spPr>
            <a:xfrm flipV="1">
              <a:off x="5811278" y="3159639"/>
              <a:ext cx="0" cy="2540931"/>
            </a:xfrm>
            <a:prstGeom prst="line">
              <a:avLst/>
            </a:prstGeom>
            <a:ln w="12700">
              <a:solidFill>
                <a:schemeClr val="accent6"/>
              </a:solidFill>
              <a:prstDash val="dash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  <p:extLst>
      <p:ext uri="{BB962C8B-B14F-4D97-AF65-F5344CB8AC3E}">
        <p14:creationId xmlns:p14="http://schemas.microsoft.com/office/powerpoint/2010/main" xmlns="" val="2135111640"/>
      </p:ext>
    </p:extLst>
  </p:cSld>
  <p:clrMapOvr>
    <a:masterClrMapping/>
  </p:clrMapOvr>
  <p:transition spd="slow">
    <p:cover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xmlns="" id="{FB0B89A7-B53B-FF23-611F-16B72DD4CD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/>
              <a:t>Resumo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xmlns="" id="{8163265F-F642-B522-FF80-F3986EE624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spcAft>
                <a:spcPts val="1200"/>
              </a:spcAft>
            </a:pPr>
            <a:r>
              <a:rPr lang="pt-BR" dirty="0">
                <a:solidFill>
                  <a:schemeClr val="accent3">
                    <a:lumMod val="75000"/>
                  </a:schemeClr>
                </a:solidFill>
              </a:rPr>
              <a:t>Conversões de tipos</a:t>
            </a:r>
            <a:r>
              <a:rPr lang="pt-BR" dirty="0"/>
              <a:t> para </a:t>
            </a:r>
            <a:r>
              <a:rPr lang="pt-BR" b="1" dirty="0"/>
              <a:t>classes</a:t>
            </a:r>
            <a:r>
              <a:rPr lang="pt-BR" dirty="0"/>
              <a:t>:</a:t>
            </a:r>
          </a:p>
          <a:p>
            <a:pPr lvl="1">
              <a:spcAft>
                <a:spcPts val="1200"/>
              </a:spcAft>
            </a:pPr>
            <a:r>
              <a:rPr lang="pt-BR" dirty="0">
                <a:solidFill>
                  <a:schemeClr val="accent3"/>
                </a:solidFill>
              </a:rPr>
              <a:t>Construtor</a:t>
            </a:r>
            <a:r>
              <a:rPr lang="pt-BR" dirty="0"/>
              <a:t>: converte o tipo usado </a:t>
            </a:r>
            <a:r>
              <a:rPr lang="pt-BR"/>
              <a:t>no parâmetro para </a:t>
            </a:r>
            <a:br>
              <a:rPr lang="pt-BR"/>
            </a:br>
            <a:r>
              <a:rPr lang="pt-BR"/>
              <a:t>o </a:t>
            </a:r>
            <a:r>
              <a:rPr lang="pt-BR" dirty="0"/>
              <a:t>tipo da classe</a:t>
            </a:r>
          </a:p>
          <a:p>
            <a:pPr lvl="1"/>
            <a:endParaRPr lang="pt-BR" dirty="0"/>
          </a:p>
          <a:p>
            <a:pPr lvl="1">
              <a:spcAft>
                <a:spcPts val="1200"/>
              </a:spcAft>
            </a:pPr>
            <a:r>
              <a:rPr lang="pt-BR" dirty="0">
                <a:solidFill>
                  <a:schemeClr val="accent3"/>
                </a:solidFill>
              </a:rPr>
              <a:t>Função de conversão</a:t>
            </a:r>
            <a:r>
              <a:rPr lang="pt-BR" dirty="0"/>
              <a:t>: converte um objeto da classe em </a:t>
            </a:r>
            <a:br>
              <a:rPr lang="pt-BR" dirty="0"/>
            </a:br>
            <a:r>
              <a:rPr lang="pt-BR" dirty="0"/>
              <a:t>algum outro tipo</a:t>
            </a:r>
          </a:p>
          <a:p>
            <a:pPr lvl="1"/>
            <a:endParaRPr lang="pt-BR" dirty="0"/>
          </a:p>
          <a:p>
            <a:pPr lvl="1"/>
            <a:r>
              <a:rPr lang="pt-BR" dirty="0">
                <a:solidFill>
                  <a:schemeClr val="accent3"/>
                </a:solidFill>
              </a:rPr>
              <a:t>Conversões implícitas</a:t>
            </a:r>
            <a:r>
              <a:rPr lang="pt-BR" dirty="0"/>
              <a:t>: podem ser inibidas com </a:t>
            </a:r>
            <a:r>
              <a:rPr lang="pt-BR" sz="24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</a:rPr>
              <a:t>explicit</a:t>
            </a:r>
            <a:endParaRPr lang="pt-BR" dirty="0">
              <a:solidFill>
                <a:schemeClr val="accent3">
                  <a:lumMod val="75000"/>
                </a:schemeClr>
              </a:solidFill>
              <a:latin typeface="Consolas" panose="020B0609020204030204" pitchFamily="49" charset="0"/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xmlns="" id="{9418EF9E-7E9E-58C3-AC48-30D218BA67D2}"/>
              </a:ext>
            </a:extLst>
          </p:cNvPr>
          <p:cNvSpPr txBox="1"/>
          <p:nvPr/>
        </p:nvSpPr>
        <p:spPr>
          <a:xfrm>
            <a:off x="1990490" y="3429000"/>
            <a:ext cx="74746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accent6">
                    <a:lumMod val="60000"/>
                    <a:lumOff val="4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(</a:t>
            </a:r>
            <a:r>
              <a:rPr lang="pt-BR" sz="1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 h);  </a:t>
            </a:r>
            <a:r>
              <a:rPr lang="pt-BR" sz="18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converte int em Tempo</a:t>
            </a:r>
            <a:endParaRPr lang="pt-BR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xmlns="" id="{4DC16000-FFF2-9A4E-4663-7DC66081ED4B}"/>
              </a:ext>
            </a:extLst>
          </p:cNvPr>
          <p:cNvSpPr txBox="1"/>
          <p:nvPr/>
        </p:nvSpPr>
        <p:spPr>
          <a:xfrm>
            <a:off x="1990491" y="4913156"/>
            <a:ext cx="7474663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operator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 </a:t>
            </a:r>
            <a:r>
              <a:rPr lang="pt-BR" sz="1800" dirty="0">
                <a:solidFill>
                  <a:schemeClr val="accent3">
                    <a:lumMod val="75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r>
              <a:rPr lang="pt-BR" sz="1800" dirty="0">
                <a:latin typeface="Consolas" panose="020B0609020204030204" pitchFamily="49" charset="0"/>
                <a:cs typeface="Consolas" panose="020B0609020204030204" pitchFamily="49" charset="0"/>
              </a:rPr>
              <a:t>();  </a:t>
            </a:r>
            <a:r>
              <a:rPr lang="pt-BR" sz="18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// converte </a:t>
            </a:r>
            <a:r>
              <a:rPr lang="pt-BR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Tempo em </a:t>
            </a:r>
            <a:r>
              <a:rPr lang="pt-BR" sz="1800" dirty="0">
                <a:solidFill>
                  <a:schemeClr val="bg1">
                    <a:lumMod val="50000"/>
                    <a:lumOff val="50000"/>
                  </a:schemeClr>
                </a:solidFill>
                <a:latin typeface="Consolas" panose="020B0609020204030204" pitchFamily="49" charset="0"/>
                <a:cs typeface="Consolas" panose="020B0609020204030204" pitchFamily="49" charset="0"/>
              </a:rPr>
              <a:t>int</a:t>
            </a:r>
            <a:endParaRPr lang="pt-BR" dirty="0">
              <a:solidFill>
                <a:schemeClr val="bg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592905072"/>
      </p:ext>
    </p:extLst>
  </p:cSld>
  <p:clrMapOvr>
    <a:masterClrMapping/>
  </p:clrMapOvr>
  <p:transition spd="slow">
    <p:cover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Metro">
  <a:themeElements>
    <a:clrScheme name="Preto Amarelo">
      <a:dk1>
        <a:srgbClr val="000000"/>
      </a:dk1>
      <a:lt1>
        <a:srgbClr val="FFFFFF"/>
      </a:lt1>
      <a:dk2>
        <a:srgbClr val="1F2123"/>
      </a:dk2>
      <a:lt2>
        <a:srgbClr val="E0E4E5"/>
      </a:lt2>
      <a:accent1>
        <a:srgbClr val="7E97AD"/>
      </a:accent1>
      <a:accent2>
        <a:srgbClr val="F03288"/>
      </a:accent2>
      <a:accent3>
        <a:srgbClr val="FFD88B"/>
      </a:accent3>
      <a:accent4>
        <a:srgbClr val="00B0F0"/>
      </a:accent4>
      <a:accent5>
        <a:srgbClr val="67787B"/>
      </a:accent5>
      <a:accent6>
        <a:srgbClr val="9D936F"/>
      </a:accent6>
      <a:hlink>
        <a:srgbClr val="646464"/>
      </a:hlink>
      <a:folHlink>
        <a:srgbClr val="969696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ustin">
      <a:fillStyleLst>
        <a:solidFill>
          <a:schemeClr val="phClr"/>
        </a:solidFill>
        <a:gradFill rotWithShape="1">
          <a:gsLst>
            <a:gs pos="0">
              <a:schemeClr val="phClr">
                <a:tint val="20000"/>
                <a:satMod val="180000"/>
                <a:lumMod val="98000"/>
              </a:schemeClr>
            </a:gs>
            <a:gs pos="40000">
              <a:schemeClr val="phClr">
                <a:tint val="30000"/>
                <a:satMod val="260000"/>
                <a:lumMod val="84000"/>
              </a:schemeClr>
            </a:gs>
            <a:gs pos="100000">
              <a:schemeClr val="phClr">
                <a:tint val="100000"/>
                <a:satMod val="110000"/>
                <a:lumMod val="100000"/>
              </a:schemeClr>
            </a:gs>
          </a:gsLst>
          <a:lin ang="5040000" scaled="1"/>
        </a:gradFill>
        <a:gradFill rotWithShape="1">
          <a:gsLst>
            <a:gs pos="0">
              <a:schemeClr val="phClr"/>
            </a:gs>
            <a:gs pos="100000">
              <a:schemeClr val="phClr">
                <a:shade val="75000"/>
                <a:satMod val="120000"/>
                <a:lumMod val="9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>
            <a:bevelT w="50800" h="12700" prst="softRound"/>
          </a:sp3d>
        </a:effectStyle>
        <a:effectStyle>
          <a:effectLst>
            <a:outerShdw blurRad="44450" dist="50800" dir="5400000" sx="96000" rotWithShape="0">
              <a:srgbClr val="000000">
                <a:alpha val="3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20400000"/>
            </a:lightRig>
          </a:scene3d>
          <a:sp3d contourW="15875" prstMaterial="metal">
            <a:bevelT w="101600" h="25400" prst="softRound"/>
            <a:contourClr>
              <a:schemeClr val="phClr">
                <a:shade val="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bg1">
                <a:shade val="100000"/>
                <a:satMod val="150000"/>
              </a:schemeClr>
            </a:gs>
            <a:gs pos="65000">
              <a:schemeClr val="bg1">
                <a:shade val="90000"/>
                <a:satMod val="375000"/>
              </a:schemeClr>
            </a:gs>
            <a:gs pos="100000">
              <a:schemeClr val="phClr">
                <a:tint val="88000"/>
                <a:satMod val="400000"/>
              </a:schemeClr>
            </a:gs>
          </a:gsLst>
          <a:lin ang="5400000" scaled="0"/>
        </a:gradFill>
        <a:blipFill>
          <a:blip xmlns:r="http://schemas.openxmlformats.org/officeDocument/2006/relationships" r:embed="rId1">
            <a:duotone>
              <a:schemeClr val="phClr">
                <a:shade val="40000"/>
                <a:satMod val="180000"/>
              </a:schemeClr>
              <a:schemeClr val="phClr">
                <a:tint val="90000"/>
                <a:satMod val="200000"/>
              </a:schemeClr>
            </a:duotone>
          </a:blip>
          <a:tile tx="0" ty="0" sx="80000" sy="8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Luz" id="{4231F1B5-1F62-4574-BA52-FA33375A92C3}" vid="{4A7494C5-CB9F-4A7F-82DD-565F1CF62156}"/>
    </a:ext>
  </a:extLst>
</a:theme>
</file>

<file path=ppt/theme/theme2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Escritório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Luz</Template>
  <TotalTime>4917</TotalTime>
  <Words>1106</Words>
  <Application>Microsoft Office PowerPoint</Application>
  <PresentationFormat>Personalizar</PresentationFormat>
  <Paragraphs>365</Paragraphs>
  <Slides>22</Slides>
  <Notes>12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22</vt:i4>
      </vt:variant>
    </vt:vector>
  </HeadingPairs>
  <TitlesOfParts>
    <vt:vector size="23" baseType="lpstr">
      <vt:lpstr>Metro</vt:lpstr>
      <vt:lpstr>Conversões de tipo  para classes</vt:lpstr>
      <vt:lpstr>Introdução</vt:lpstr>
      <vt:lpstr>Introdução</vt:lpstr>
      <vt:lpstr>Conversões de Tipos</vt:lpstr>
      <vt:lpstr>Conversões de Tipos</vt:lpstr>
      <vt:lpstr>Conversões com Construtores</vt:lpstr>
      <vt:lpstr>Conversões com Construtores</vt:lpstr>
      <vt:lpstr>Conversões com Construtores</vt:lpstr>
      <vt:lpstr>Conversões com Construtores</vt:lpstr>
      <vt:lpstr>Conversões com Construtores</vt:lpstr>
      <vt:lpstr>Conversões Implícitas</vt:lpstr>
      <vt:lpstr>Conversões Implícitas</vt:lpstr>
      <vt:lpstr>Conversões Implícitas</vt:lpstr>
      <vt:lpstr>Conversões Implícitas</vt:lpstr>
      <vt:lpstr>Funções de Conversão</vt:lpstr>
      <vt:lpstr>Funções de Conversão</vt:lpstr>
      <vt:lpstr>Funções de Conversão</vt:lpstr>
      <vt:lpstr>Funções de Conversão</vt:lpstr>
      <vt:lpstr>Funções de Conversão</vt:lpstr>
      <vt:lpstr>Problemas em Conversões</vt:lpstr>
      <vt:lpstr>Problemas em Conversões</vt:lpstr>
      <vt:lpstr>Resumo</vt:lpstr>
    </vt:vector>
  </TitlesOfParts>
  <Company>Anabele Studios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 Ciência da Computação</dc:title>
  <dc:creator>Judson Santiago</dc:creator>
  <cp:keywords>Introdução;Programação</cp:keywords>
  <cp:lastModifiedBy>PRISCILA</cp:lastModifiedBy>
  <cp:revision>18</cp:revision>
  <dcterms:created xsi:type="dcterms:W3CDTF">2009-02-25T19:16:57Z</dcterms:created>
  <dcterms:modified xsi:type="dcterms:W3CDTF">2025-11-04T22:34:06Z</dcterms:modified>
</cp:coreProperties>
</file>